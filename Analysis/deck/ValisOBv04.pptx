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changesInfos/changesInfo1.xml" ContentType="application/vnd.ms-powerpoint.changesinfo+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media/image12.svg" ContentType="image/svg+xml"/>
  <Override PartName="/ppt/media/image20.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9"/>
  </p:notesMasterIdLst>
  <p:sldIdLst>
    <p:sldId id="2076137092" r:id="rId3"/>
    <p:sldId id="2147483644" r:id="rId4"/>
    <p:sldId id="256" r:id="rId5"/>
    <p:sldId id="257" r:id="rId6"/>
    <p:sldId id="258" r:id="rId7"/>
    <p:sldId id="2147482403" r:id="rId8"/>
  </p:sldIdLst>
  <p:sldSz cx="12192000" cy="6858000"/>
  <p:notesSz cx="7315200" cy="9601200"/>
  <p:custDataLst>
    <p:tags r:id="rId1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5647409-80F6-5EE3-27CD-D496B95479F5}" name="Olga Bilyachenko" initials="OB" userId="S::obilyachenko@microsoft.com::15fb139f-5cd8-4101-9ad9-dfb3609c819c" providerId="AD"/>
  <p188:author id="{509960A5-F663-199B-F2AC-565CFF3C6C18}" name="Romeo Pruno" initials="RP" userId="S::rompru@microsoft.com::d8c44e3d-fc96-43ec-9785-dee1d42000a4"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8D9D766-F8BC-41E4-AF0A-073B802D5A7D}" v="5" dt="2026-10-28T21:05:22.3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82" autoAdjust="0"/>
    <p:restoredTop sz="96409" autoAdjust="0"/>
  </p:normalViewPr>
  <p:slideViewPr>
    <p:cSldViewPr snapToGrid="0">
      <p:cViewPr varScale="1">
        <p:scale>
          <a:sx n="89" d="100"/>
          <a:sy n="89" d="100"/>
        </p:scale>
        <p:origin x="132"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notesMaster" Target="notesMasters/notesMaster1.xml"/><Relationship Id="rId10" Type="http://schemas.openxmlformats.org/officeDocument/2006/relationships/tags" Target="tags/tag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microsoft.com/office/2016/11/relationships/changesInfo" Target="changesInfos/changesInfo1.xml"/><Relationship Id="rId16" Type="http://schemas.microsoft.com/office/2015/10/relationships/revisionInfo" Target="revisionInfo.xml"/><Relationship Id="rId17"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lga Bilyachenko" userId="d1aebd1b8ab66e36" providerId="LiveId" clId="{0472CE8C-1FC5-4901-8330-CAAD7FB78F9F}"/>
    <pc:docChg chg="delSld modSld">
      <pc:chgData name="Olga Bilyachenko" userId="d1aebd1b8ab66e36" providerId="LiveId" clId="{0472CE8C-1FC5-4901-8330-CAAD7FB78F9F}" dt="2026-10-28T21:05:45.186" v="24" actId="47"/>
      <pc:docMkLst>
        <pc:docMk/>
      </pc:docMkLst>
      <pc:sldChg chg="modSp mod">
        <pc:chgData name="Olga Bilyachenko" userId="d1aebd1b8ab66e36" providerId="LiveId" clId="{0472CE8C-1FC5-4901-8330-CAAD7FB78F9F}" dt="2026-10-28T20:43:27.349" v="3" actId="20577"/>
        <pc:sldMkLst>
          <pc:docMk/>
          <pc:sldMk cId="157391233" sldId="257"/>
        </pc:sldMkLst>
        <pc:spChg chg="mod">
          <ac:chgData name="Olga Bilyachenko" userId="d1aebd1b8ab66e36" providerId="LiveId" clId="{0472CE8C-1FC5-4901-8330-CAAD7FB78F9F}" dt="2026-10-28T20:43:27.349" v="3" actId="20577"/>
          <ac:spMkLst>
            <pc:docMk/>
            <pc:sldMk cId="157391233" sldId="257"/>
            <ac:spMk id="6" creationId="{B7312AAD-8F7A-2577-3BA4-03D92C9351FE}"/>
          </ac:spMkLst>
        </pc:spChg>
      </pc:sldChg>
      <pc:sldChg chg="modSp mod">
        <pc:chgData name="Olga Bilyachenko" userId="d1aebd1b8ab66e36" providerId="LiveId" clId="{0472CE8C-1FC5-4901-8330-CAAD7FB78F9F}" dt="2026-10-28T21:05:12.833" v="23" actId="20577"/>
        <pc:sldMkLst>
          <pc:docMk/>
          <pc:sldMk cId="628801217" sldId="2147482403"/>
        </pc:sldMkLst>
        <pc:spChg chg="mod">
          <ac:chgData name="Olga Bilyachenko" userId="d1aebd1b8ab66e36" providerId="LiveId" clId="{0472CE8C-1FC5-4901-8330-CAAD7FB78F9F}" dt="2026-10-28T21:05:12.833" v="23" actId="20577"/>
          <ac:spMkLst>
            <pc:docMk/>
            <pc:sldMk cId="628801217" sldId="2147482403"/>
            <ac:spMk id="5" creationId="{7BB36F5D-79B6-D9C3-9A0D-AC7498E81D82}"/>
          </ac:spMkLst>
        </pc:spChg>
        <pc:spChg chg="mod">
          <ac:chgData name="Olga Bilyachenko" userId="d1aebd1b8ab66e36" providerId="LiveId" clId="{0472CE8C-1FC5-4901-8330-CAAD7FB78F9F}" dt="2026-10-28T21:04:46.507" v="15" actId="20577"/>
          <ac:spMkLst>
            <pc:docMk/>
            <pc:sldMk cId="628801217" sldId="2147482403"/>
            <ac:spMk id="6" creationId="{C61A7D98-3F79-E1F8-4FDD-14E801C45036}"/>
          </ac:spMkLst>
        </pc:spChg>
      </pc:sldChg>
      <pc:sldChg chg="modSp mod">
        <pc:chgData name="Olga Bilyachenko" userId="d1aebd1b8ab66e36" providerId="LiveId" clId="{0472CE8C-1FC5-4901-8330-CAAD7FB78F9F}" dt="2026-10-28T20:57:09.074" v="6" actId="20577"/>
        <pc:sldMkLst>
          <pc:docMk/>
          <pc:sldMk cId="1978874268" sldId="2147483644"/>
        </pc:sldMkLst>
        <pc:spChg chg="mod">
          <ac:chgData name="Olga Bilyachenko" userId="d1aebd1b8ab66e36" providerId="LiveId" clId="{0472CE8C-1FC5-4901-8330-CAAD7FB78F9F}" dt="2026-10-28T20:57:09.074" v="6" actId="20577"/>
          <ac:spMkLst>
            <pc:docMk/>
            <pc:sldMk cId="1978874268" sldId="2147483644"/>
            <ac:spMk id="2" creationId="{AE9C2697-FD10-D2CE-286F-38E8BC45D539}"/>
          </ac:spMkLst>
        </pc:spChg>
      </pc:sldChg>
      <pc:sldChg chg="del">
        <pc:chgData name="Olga Bilyachenko" userId="d1aebd1b8ab66e36" providerId="LiveId" clId="{0472CE8C-1FC5-4901-8330-CAAD7FB78F9F}" dt="2026-10-28T21:05:45.186" v="24" actId="47"/>
        <pc:sldMkLst>
          <pc:docMk/>
          <pc:sldMk cId="3927568730" sldId="214748364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NL"/>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F3F36F88-CD28-4AB8-A2A9-B99FCD65A07D}" type="datetimeFigureOut">
              <a:rPr lang="en-NL" smtClean="0"/>
              <a:t>28/10/2026</a:t>
            </a:fld>
            <a:endParaRPr lang="en-NL"/>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n-NL"/>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NL"/>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D4C848FA-44BC-48E8-A660-0DA77D721930}" type="slidenum">
              <a:rPr lang="en-NL" smtClean="0"/>
              <a:t>‹#›</a:t>
            </a:fld>
            <a:endParaRPr lang="en-NL"/>
          </a:p>
        </p:txBody>
      </p:sp>
    </p:spTree>
    <p:extLst>
      <p:ext uri="{BB962C8B-B14F-4D97-AF65-F5344CB8AC3E}">
        <p14:creationId xmlns:p14="http://schemas.microsoft.com/office/powerpoint/2010/main" val="36120518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defTabSz="909259">
              <a:defRPr/>
            </a:pPr>
            <a:endParaRPr lang="en-US" sz="1200" dirty="0">
              <a:solidFill>
                <a:prstClr val="black"/>
              </a:solidFill>
              <a:latin typeface="Segoe UI" pitchFamily="34" charset="0"/>
            </a:endParaRPr>
          </a:p>
        </p:txBody>
      </p:sp>
      <p:sp>
        <p:nvSpPr>
          <p:cNvPr id="5" name="Footer Placeholder 4"/>
          <p:cNvSpPr>
            <a:spLocks noGrp="1"/>
          </p:cNvSpPr>
          <p:nvPr>
            <p:ph type="ftr" sz="quarter" idx="11"/>
          </p:nvPr>
        </p:nvSpPr>
        <p:spPr/>
        <p:txBody>
          <a:bodyPr/>
          <a:lstStyle/>
          <a:p>
            <a:pPr marL="568308" defTabSz="908993" eaLnBrk="0" hangingPunct="0">
              <a:defRPr/>
            </a:pPr>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defTabSz="909259">
              <a:defRPr/>
            </a:pPr>
            <a:fld id="{386CE63F-9E7F-4C04-9D0D-FCA25A8E9E86}" type="datetime8">
              <a:rPr lang="en-US" sz="1200">
                <a:solidFill>
                  <a:prstClr val="black"/>
                </a:solidFill>
                <a:latin typeface="Segoe UI" pitchFamily="34" charset="0"/>
              </a:rPr>
              <a:pPr defTabSz="909259">
                <a:defRPr/>
              </a:pPr>
              <a:t>10/28/2026 9:54 PM</a:t>
            </a:fld>
            <a:endParaRPr lang="en-US" sz="1200" dirty="0">
              <a:solidFill>
                <a:prstClr val="black"/>
              </a:solidFill>
              <a:latin typeface="Segoe UI" pitchFamily="34" charset="0"/>
            </a:endParaRPr>
          </a:p>
        </p:txBody>
      </p:sp>
      <p:sp>
        <p:nvSpPr>
          <p:cNvPr id="7" name="Slide Number Placeholder 6"/>
          <p:cNvSpPr>
            <a:spLocks noGrp="1"/>
          </p:cNvSpPr>
          <p:nvPr>
            <p:ph type="sldNum" sz="quarter" idx="13"/>
          </p:nvPr>
        </p:nvSpPr>
        <p:spPr/>
        <p:txBody>
          <a:bodyPr/>
          <a:lstStyle/>
          <a:p>
            <a:pPr defTabSz="909259">
              <a:defRPr/>
            </a:pPr>
            <a:fld id="{B4008EB6-D09E-4580-8CD6-DDB14511944F}" type="slidenum">
              <a:rPr lang="en-US" sz="1200">
                <a:solidFill>
                  <a:prstClr val="black"/>
                </a:solidFill>
                <a:latin typeface="Segoe UI" pitchFamily="34" charset="0"/>
              </a:rPr>
              <a:pPr defTabSz="909259">
                <a:defRPr/>
              </a:pPr>
              <a:t>1</a:t>
            </a:fld>
            <a:endParaRPr lang="en-US" sz="1200" dirty="0">
              <a:solidFill>
                <a:prstClr val="black"/>
              </a:solidFill>
              <a:latin typeface="Segoe UI" pitchFamily="34" charset="0"/>
            </a:endParaRPr>
          </a:p>
        </p:txBody>
      </p:sp>
    </p:spTree>
    <p:extLst>
      <p:ext uri="{BB962C8B-B14F-4D97-AF65-F5344CB8AC3E}">
        <p14:creationId xmlns:p14="http://schemas.microsoft.com/office/powerpoint/2010/main" val="32783480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DFAA53-A3BE-A7D1-E42E-B8DDC11668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FE5977-BFB3-3328-2198-ABFD31DADB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FB5D7D-35D4-267F-FCAD-5E661EF374B6}"/>
              </a:ext>
            </a:extLst>
          </p:cNvPr>
          <p:cNvSpPr>
            <a:spLocks noGrp="1"/>
          </p:cNvSpPr>
          <p:nvPr>
            <p:ph type="body" idx="1"/>
          </p:nvPr>
        </p:nvSpPr>
        <p:spPr/>
        <p:txBody>
          <a:bodyPr/>
          <a:lstStyle/>
          <a:p>
            <a:pPr algn="ctr"/>
            <a:endParaRPr lang="en-US" sz="1100" dirty="0">
              <a:solidFill>
                <a:srgbClr val="292929"/>
              </a:solidFill>
              <a:latin typeface="benton-sans"/>
            </a:endParaRPr>
          </a:p>
          <a:p>
            <a:endParaRPr lang="en-US" sz="1000" dirty="0"/>
          </a:p>
        </p:txBody>
      </p:sp>
      <p:sp>
        <p:nvSpPr>
          <p:cNvPr id="4" name="Slide Number Placeholder 3">
            <a:extLst>
              <a:ext uri="{FF2B5EF4-FFF2-40B4-BE49-F238E27FC236}">
                <a16:creationId xmlns:a16="http://schemas.microsoft.com/office/drawing/2014/main" id="{E67E6CAB-0E69-54A3-9EA2-942775A453C0}"/>
              </a:ext>
            </a:extLst>
          </p:cNvPr>
          <p:cNvSpPr>
            <a:spLocks noGrp="1"/>
          </p:cNvSpPr>
          <p:nvPr>
            <p:ph type="sldNum" sz="quarter" idx="5"/>
          </p:nvPr>
        </p:nvSpPr>
        <p:spPr/>
        <p:txBody>
          <a:bodyPr/>
          <a:lstStyle/>
          <a:p>
            <a:fld id="{59F9F20E-2EAD-4FB1-A2CA-7A160CDAA4FC}" type="slidenum">
              <a:rPr lang="en-GB" smtClean="0"/>
              <a:pPr/>
              <a:t>2</a:t>
            </a:fld>
            <a:endParaRPr lang="en-GB" dirty="0"/>
          </a:p>
        </p:txBody>
      </p:sp>
    </p:spTree>
    <p:extLst>
      <p:ext uri="{BB962C8B-B14F-4D97-AF65-F5344CB8AC3E}">
        <p14:creationId xmlns:p14="http://schemas.microsoft.com/office/powerpoint/2010/main" val="20455532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60782F-C0F9-81A2-0B5A-3138054607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EB7F69-536E-2369-3D23-4E57D665FA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4922BD-38CD-E153-FAB2-491BB6A08AA5}"/>
              </a:ext>
            </a:extLst>
          </p:cNvPr>
          <p:cNvSpPr>
            <a:spLocks noGrp="1"/>
          </p:cNvSpPr>
          <p:nvPr>
            <p:ph type="body" idx="1"/>
          </p:nvPr>
        </p:nvSpPr>
        <p:spPr/>
        <p:txBody>
          <a:bodyPr/>
          <a:lstStyle/>
          <a:p>
            <a:pPr algn="ctr"/>
            <a:endParaRPr lang="en-US" sz="1100" dirty="0">
              <a:solidFill>
                <a:srgbClr val="292929"/>
              </a:solidFill>
              <a:latin typeface="benton-sans"/>
            </a:endParaRPr>
          </a:p>
          <a:p>
            <a:endParaRPr lang="en-US" sz="1000" dirty="0"/>
          </a:p>
        </p:txBody>
      </p:sp>
      <p:sp>
        <p:nvSpPr>
          <p:cNvPr id="4" name="Slide Number Placeholder 3">
            <a:extLst>
              <a:ext uri="{FF2B5EF4-FFF2-40B4-BE49-F238E27FC236}">
                <a16:creationId xmlns:a16="http://schemas.microsoft.com/office/drawing/2014/main" id="{F51C5056-C4B3-819E-A1EA-61D1F64C7539}"/>
              </a:ext>
            </a:extLst>
          </p:cNvPr>
          <p:cNvSpPr>
            <a:spLocks noGrp="1"/>
          </p:cNvSpPr>
          <p:nvPr>
            <p:ph type="sldNum" sz="quarter" idx="5"/>
          </p:nvPr>
        </p:nvSpPr>
        <p:spPr/>
        <p:txBody>
          <a:bodyPr/>
          <a:lstStyle/>
          <a:p>
            <a:fld id="{59F9F20E-2EAD-4FB1-A2CA-7A160CDAA4FC}" type="slidenum">
              <a:rPr lang="en-GB" smtClean="0"/>
              <a:pPr/>
              <a:t>3</a:t>
            </a:fld>
            <a:endParaRPr lang="en-GB" dirty="0"/>
          </a:p>
        </p:txBody>
      </p:sp>
    </p:spTree>
    <p:extLst>
      <p:ext uri="{BB962C8B-B14F-4D97-AF65-F5344CB8AC3E}">
        <p14:creationId xmlns:p14="http://schemas.microsoft.com/office/powerpoint/2010/main" val="42562679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E48D0-E22C-1AAF-666E-0FA9A26BF1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B74B6F-9F75-B03C-426A-8931BD93C6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777C1D-8729-D135-8162-8D2C028A761B}"/>
              </a:ext>
            </a:extLst>
          </p:cNvPr>
          <p:cNvSpPr>
            <a:spLocks noGrp="1"/>
          </p:cNvSpPr>
          <p:nvPr>
            <p:ph type="body" idx="1"/>
          </p:nvPr>
        </p:nvSpPr>
        <p:spPr/>
        <p:txBody>
          <a:bodyPr/>
          <a:lstStyle/>
          <a:p>
            <a:pPr algn="ctr"/>
            <a:endParaRPr lang="en-US" sz="1100" dirty="0">
              <a:solidFill>
                <a:srgbClr val="292929"/>
              </a:solidFill>
              <a:latin typeface="benton-sans"/>
            </a:endParaRPr>
          </a:p>
          <a:p>
            <a:endParaRPr lang="en-US" sz="1000" dirty="0"/>
          </a:p>
        </p:txBody>
      </p:sp>
      <p:sp>
        <p:nvSpPr>
          <p:cNvPr id="4" name="Slide Number Placeholder 3">
            <a:extLst>
              <a:ext uri="{FF2B5EF4-FFF2-40B4-BE49-F238E27FC236}">
                <a16:creationId xmlns:a16="http://schemas.microsoft.com/office/drawing/2014/main" id="{B556B2B3-6270-E51F-B7AC-AFF17D9533AE}"/>
              </a:ext>
            </a:extLst>
          </p:cNvPr>
          <p:cNvSpPr>
            <a:spLocks noGrp="1"/>
          </p:cNvSpPr>
          <p:nvPr>
            <p:ph type="sldNum" sz="quarter" idx="5"/>
          </p:nvPr>
        </p:nvSpPr>
        <p:spPr/>
        <p:txBody>
          <a:bodyPr/>
          <a:lstStyle/>
          <a:p>
            <a:fld id="{59F9F20E-2EAD-4FB1-A2CA-7A160CDAA4FC}" type="slidenum">
              <a:rPr lang="en-GB" smtClean="0"/>
              <a:pPr/>
              <a:t>4</a:t>
            </a:fld>
            <a:endParaRPr lang="en-GB" dirty="0"/>
          </a:p>
        </p:txBody>
      </p:sp>
    </p:spTree>
    <p:extLst>
      <p:ext uri="{BB962C8B-B14F-4D97-AF65-F5344CB8AC3E}">
        <p14:creationId xmlns:p14="http://schemas.microsoft.com/office/powerpoint/2010/main" val="28598890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514AE-F610-293C-2799-E5C445162E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64F202-85C7-541D-3C90-8890C0D584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7FBBBD-A6F7-A714-4016-10D17E3DD8F3}"/>
              </a:ext>
            </a:extLst>
          </p:cNvPr>
          <p:cNvSpPr>
            <a:spLocks noGrp="1"/>
          </p:cNvSpPr>
          <p:nvPr>
            <p:ph type="body" idx="1"/>
          </p:nvPr>
        </p:nvSpPr>
        <p:spPr/>
        <p:txBody>
          <a:bodyPr/>
          <a:lstStyle/>
          <a:p>
            <a:pPr algn="ctr"/>
            <a:endParaRPr lang="en-US" sz="1100" dirty="0">
              <a:solidFill>
                <a:srgbClr val="292929"/>
              </a:solidFill>
              <a:latin typeface="benton-sans"/>
            </a:endParaRPr>
          </a:p>
          <a:p>
            <a:endParaRPr lang="en-US" sz="1000" dirty="0"/>
          </a:p>
        </p:txBody>
      </p:sp>
      <p:sp>
        <p:nvSpPr>
          <p:cNvPr id="4" name="Slide Number Placeholder 3">
            <a:extLst>
              <a:ext uri="{FF2B5EF4-FFF2-40B4-BE49-F238E27FC236}">
                <a16:creationId xmlns:a16="http://schemas.microsoft.com/office/drawing/2014/main" id="{055B7CCB-E57E-E966-4D38-A40695124FB1}"/>
              </a:ext>
            </a:extLst>
          </p:cNvPr>
          <p:cNvSpPr>
            <a:spLocks noGrp="1"/>
          </p:cNvSpPr>
          <p:nvPr>
            <p:ph type="sldNum" sz="quarter" idx="5"/>
          </p:nvPr>
        </p:nvSpPr>
        <p:spPr/>
        <p:txBody>
          <a:bodyPr/>
          <a:lstStyle/>
          <a:p>
            <a:fld id="{59F9F20E-2EAD-4FB1-A2CA-7A160CDAA4FC}" type="slidenum">
              <a:rPr lang="en-GB" smtClean="0"/>
              <a:pPr/>
              <a:t>5</a:t>
            </a:fld>
            <a:endParaRPr lang="en-GB" dirty="0"/>
          </a:p>
        </p:txBody>
      </p:sp>
    </p:spTree>
    <p:extLst>
      <p:ext uri="{BB962C8B-B14F-4D97-AF65-F5344CB8AC3E}">
        <p14:creationId xmlns:p14="http://schemas.microsoft.com/office/powerpoint/2010/main" val="38310823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9F06F-35EE-A426-F19B-9667D823C2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EEA3B6-8AC0-73A3-F9D3-B288DDE6B3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A7F564-0070-2111-D637-5903CB6BA986}"/>
              </a:ext>
            </a:extLst>
          </p:cNvPr>
          <p:cNvSpPr>
            <a:spLocks noGrp="1"/>
          </p:cNvSpPr>
          <p:nvPr>
            <p:ph type="body" idx="1"/>
          </p:nvPr>
        </p:nvSpPr>
        <p:spPr/>
        <p:txBody>
          <a:bodyPr/>
          <a:lstStyle/>
          <a:p>
            <a:pPr algn="ctr"/>
            <a:endParaRPr lang="en-US" sz="1100" dirty="0">
              <a:solidFill>
                <a:srgbClr val="292929"/>
              </a:solidFill>
              <a:latin typeface="benton-sans"/>
            </a:endParaRPr>
          </a:p>
          <a:p>
            <a:endParaRPr lang="en-US" sz="1000" dirty="0"/>
          </a:p>
        </p:txBody>
      </p:sp>
      <p:sp>
        <p:nvSpPr>
          <p:cNvPr id="4" name="Slide Number Placeholder 3">
            <a:extLst>
              <a:ext uri="{FF2B5EF4-FFF2-40B4-BE49-F238E27FC236}">
                <a16:creationId xmlns:a16="http://schemas.microsoft.com/office/drawing/2014/main" id="{B2981178-DE2C-2AA9-B378-4075F3A86A01}"/>
              </a:ext>
            </a:extLst>
          </p:cNvPr>
          <p:cNvSpPr>
            <a:spLocks noGrp="1"/>
          </p:cNvSpPr>
          <p:nvPr>
            <p:ph type="sldNum" sz="quarter" idx="5"/>
          </p:nvPr>
        </p:nvSpPr>
        <p:spPr/>
        <p:txBody>
          <a:bodyPr/>
          <a:lstStyle/>
          <a:p>
            <a:fld id="{59F9F20E-2EAD-4FB1-A2CA-7A160CDAA4FC}" type="slidenum">
              <a:rPr lang="en-GB" smtClean="0"/>
              <a:pPr/>
              <a:t>6</a:t>
            </a:fld>
            <a:endParaRPr lang="en-GB" dirty="0"/>
          </a:p>
        </p:txBody>
      </p:sp>
    </p:spTree>
    <p:extLst>
      <p:ext uri="{BB962C8B-B14F-4D97-AF65-F5344CB8AC3E}">
        <p14:creationId xmlns:p14="http://schemas.microsoft.com/office/powerpoint/2010/main" val="15224222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image" Target="../media/image3.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3.emf"/></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eg"/><Relationship Id="rId3" Type="http://schemas.openxmlformats.org/officeDocument/2006/relationships/image" Target="../media/image8.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jpeg"/><Relationship Id="rId3" Type="http://schemas.openxmlformats.org/officeDocument/2006/relationships/image" Target="../media/image8.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E54B1-1F88-A9D5-B930-D630665B4CA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B85721A-1F8C-5027-EBB1-63FD1BB74CD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4B945A5-52F7-C847-C26A-A7A4F54A3032}"/>
              </a:ext>
            </a:extLst>
          </p:cNvPr>
          <p:cNvSpPr>
            <a:spLocks noGrp="1"/>
          </p:cNvSpPr>
          <p:nvPr>
            <p:ph type="dt" sz="half" idx="10"/>
          </p:nvPr>
        </p:nvSpPr>
        <p:spPr/>
        <p:txBody>
          <a:bodyPr/>
          <a:lstStyle/>
          <a:p>
            <a:fld id="{F7FA166E-0E09-4C15-AF89-36B31D2F0281}" type="datetimeFigureOut">
              <a:rPr lang="en-US" smtClean="0"/>
              <a:t>10/28/2026</a:t>
            </a:fld>
            <a:endParaRPr lang="en-US"/>
          </a:p>
        </p:txBody>
      </p:sp>
      <p:sp>
        <p:nvSpPr>
          <p:cNvPr id="5" name="Footer Placeholder 4">
            <a:extLst>
              <a:ext uri="{FF2B5EF4-FFF2-40B4-BE49-F238E27FC236}">
                <a16:creationId xmlns:a16="http://schemas.microsoft.com/office/drawing/2014/main" id="{08157034-991F-E2C1-C86F-1680BB210B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F38CBF-D650-48DB-3CF7-D24042CFF532}"/>
              </a:ext>
            </a:extLst>
          </p:cNvPr>
          <p:cNvSpPr>
            <a:spLocks noGrp="1"/>
          </p:cNvSpPr>
          <p:nvPr>
            <p:ph type="sldNum" sz="quarter" idx="12"/>
          </p:nvPr>
        </p:nvSpPr>
        <p:spPr/>
        <p:txBody>
          <a:bodyPr/>
          <a:lstStyle/>
          <a:p>
            <a:fld id="{17E57EA3-4102-4FCB-A589-EC9FCEF494C0}" type="slidenum">
              <a:rPr lang="en-US" smtClean="0"/>
              <a:t>‹#›</a:t>
            </a:fld>
            <a:endParaRPr lang="en-US"/>
          </a:p>
        </p:txBody>
      </p:sp>
    </p:spTree>
    <p:extLst>
      <p:ext uri="{BB962C8B-B14F-4D97-AF65-F5344CB8AC3E}">
        <p14:creationId xmlns:p14="http://schemas.microsoft.com/office/powerpoint/2010/main" val="12324882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89422-7C9F-F3FA-877C-CCB1EAC9BF6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5CFC51F-902F-C22D-AB14-03DD9425A59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27089C-D42D-92C8-E023-69EE6672142C}"/>
              </a:ext>
            </a:extLst>
          </p:cNvPr>
          <p:cNvSpPr>
            <a:spLocks noGrp="1"/>
          </p:cNvSpPr>
          <p:nvPr>
            <p:ph type="dt" sz="half" idx="10"/>
          </p:nvPr>
        </p:nvSpPr>
        <p:spPr/>
        <p:txBody>
          <a:bodyPr/>
          <a:lstStyle/>
          <a:p>
            <a:fld id="{F7FA166E-0E09-4C15-AF89-36B31D2F0281}" type="datetimeFigureOut">
              <a:rPr lang="en-US" smtClean="0"/>
              <a:t>10/28/2026</a:t>
            </a:fld>
            <a:endParaRPr lang="en-US"/>
          </a:p>
        </p:txBody>
      </p:sp>
      <p:sp>
        <p:nvSpPr>
          <p:cNvPr id="5" name="Footer Placeholder 4">
            <a:extLst>
              <a:ext uri="{FF2B5EF4-FFF2-40B4-BE49-F238E27FC236}">
                <a16:creationId xmlns:a16="http://schemas.microsoft.com/office/drawing/2014/main" id="{4256A0FB-2B9B-7FE8-A10D-3108D29A23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B951F8-21E3-5F20-964D-01E50AFE9CA3}"/>
              </a:ext>
            </a:extLst>
          </p:cNvPr>
          <p:cNvSpPr>
            <a:spLocks noGrp="1"/>
          </p:cNvSpPr>
          <p:nvPr>
            <p:ph type="sldNum" sz="quarter" idx="12"/>
          </p:nvPr>
        </p:nvSpPr>
        <p:spPr/>
        <p:txBody>
          <a:bodyPr/>
          <a:lstStyle/>
          <a:p>
            <a:fld id="{17E57EA3-4102-4FCB-A589-EC9FCEF494C0}" type="slidenum">
              <a:rPr lang="en-US" smtClean="0"/>
              <a:t>‹#›</a:t>
            </a:fld>
            <a:endParaRPr lang="en-US"/>
          </a:p>
        </p:txBody>
      </p:sp>
    </p:spTree>
    <p:extLst>
      <p:ext uri="{BB962C8B-B14F-4D97-AF65-F5344CB8AC3E}">
        <p14:creationId xmlns:p14="http://schemas.microsoft.com/office/powerpoint/2010/main" val="14661186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DE1FD-C538-BEDC-F706-0DDCC277E34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74D6685-9F81-5D6E-209A-CBDBC1D2B9A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5CC274C-27D8-264E-C8B1-ACC1CDC3A128}"/>
              </a:ext>
            </a:extLst>
          </p:cNvPr>
          <p:cNvSpPr>
            <a:spLocks noGrp="1"/>
          </p:cNvSpPr>
          <p:nvPr>
            <p:ph type="dt" sz="half" idx="10"/>
          </p:nvPr>
        </p:nvSpPr>
        <p:spPr/>
        <p:txBody>
          <a:bodyPr/>
          <a:lstStyle/>
          <a:p>
            <a:fld id="{F7FA166E-0E09-4C15-AF89-36B31D2F0281}" type="datetimeFigureOut">
              <a:rPr lang="en-US" smtClean="0"/>
              <a:t>10/28/2026</a:t>
            </a:fld>
            <a:endParaRPr lang="en-US"/>
          </a:p>
        </p:txBody>
      </p:sp>
      <p:sp>
        <p:nvSpPr>
          <p:cNvPr id="5" name="Footer Placeholder 4">
            <a:extLst>
              <a:ext uri="{FF2B5EF4-FFF2-40B4-BE49-F238E27FC236}">
                <a16:creationId xmlns:a16="http://schemas.microsoft.com/office/drawing/2014/main" id="{25044ECF-85C6-4981-521A-1DB0BD76B2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DD8DCE-D913-767C-EE63-9560D752F9AA}"/>
              </a:ext>
            </a:extLst>
          </p:cNvPr>
          <p:cNvSpPr>
            <a:spLocks noGrp="1"/>
          </p:cNvSpPr>
          <p:nvPr>
            <p:ph type="sldNum" sz="quarter" idx="12"/>
          </p:nvPr>
        </p:nvSpPr>
        <p:spPr/>
        <p:txBody>
          <a:bodyPr/>
          <a:lstStyle/>
          <a:p>
            <a:fld id="{17E57EA3-4102-4FCB-A589-EC9FCEF494C0}" type="slidenum">
              <a:rPr lang="en-US" smtClean="0"/>
              <a:t>‹#›</a:t>
            </a:fld>
            <a:endParaRPr lang="en-US"/>
          </a:p>
        </p:txBody>
      </p:sp>
    </p:spTree>
    <p:extLst>
      <p:ext uri="{BB962C8B-B14F-4D97-AF65-F5344CB8AC3E}">
        <p14:creationId xmlns:p14="http://schemas.microsoft.com/office/powerpoint/2010/main" val="14277528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5B68F-87CC-D162-B5CF-8DC4EBBAFD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EBCB3C0-3C9A-D5CA-26D7-EB8D8C3B632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9A7DE72-5259-7E34-AF9F-3B18DB404CE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1188181-467C-A9B8-D8EF-23E5D07086FF}"/>
              </a:ext>
            </a:extLst>
          </p:cNvPr>
          <p:cNvSpPr>
            <a:spLocks noGrp="1"/>
          </p:cNvSpPr>
          <p:nvPr>
            <p:ph type="dt" sz="half" idx="10"/>
          </p:nvPr>
        </p:nvSpPr>
        <p:spPr/>
        <p:txBody>
          <a:bodyPr/>
          <a:lstStyle/>
          <a:p>
            <a:fld id="{F7FA166E-0E09-4C15-AF89-36B31D2F0281}" type="datetimeFigureOut">
              <a:rPr lang="en-US" smtClean="0"/>
              <a:t>10/28/2026</a:t>
            </a:fld>
            <a:endParaRPr lang="en-US"/>
          </a:p>
        </p:txBody>
      </p:sp>
      <p:sp>
        <p:nvSpPr>
          <p:cNvPr id="6" name="Footer Placeholder 5">
            <a:extLst>
              <a:ext uri="{FF2B5EF4-FFF2-40B4-BE49-F238E27FC236}">
                <a16:creationId xmlns:a16="http://schemas.microsoft.com/office/drawing/2014/main" id="{37E9E46D-E346-0B72-23F1-D05593E2AA0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7514BA8-F4B1-8BD5-70CE-19691A50DB16}"/>
              </a:ext>
            </a:extLst>
          </p:cNvPr>
          <p:cNvSpPr>
            <a:spLocks noGrp="1"/>
          </p:cNvSpPr>
          <p:nvPr>
            <p:ph type="sldNum" sz="quarter" idx="12"/>
          </p:nvPr>
        </p:nvSpPr>
        <p:spPr/>
        <p:txBody>
          <a:bodyPr/>
          <a:lstStyle/>
          <a:p>
            <a:fld id="{17E57EA3-4102-4FCB-A589-EC9FCEF494C0}" type="slidenum">
              <a:rPr lang="en-US" smtClean="0"/>
              <a:t>‹#›</a:t>
            </a:fld>
            <a:endParaRPr lang="en-US"/>
          </a:p>
        </p:txBody>
      </p:sp>
    </p:spTree>
    <p:extLst>
      <p:ext uri="{BB962C8B-B14F-4D97-AF65-F5344CB8AC3E}">
        <p14:creationId xmlns:p14="http://schemas.microsoft.com/office/powerpoint/2010/main" val="1953195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12F0E-7D34-D63F-46BD-3DDD60404FA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8DE7C16-F067-0E5E-92A3-2FDC2C3266A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6329613-D5D0-7D7F-C9E5-7401E05116E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B1E3C0B-390F-3056-F585-B2BF1ABBC3B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BE2D635-F046-7509-1561-E6BC68E4CD0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F612445-D7D7-93F1-8B35-D51B4974CD20}"/>
              </a:ext>
            </a:extLst>
          </p:cNvPr>
          <p:cNvSpPr>
            <a:spLocks noGrp="1"/>
          </p:cNvSpPr>
          <p:nvPr>
            <p:ph type="dt" sz="half" idx="10"/>
          </p:nvPr>
        </p:nvSpPr>
        <p:spPr/>
        <p:txBody>
          <a:bodyPr/>
          <a:lstStyle/>
          <a:p>
            <a:fld id="{F7FA166E-0E09-4C15-AF89-36B31D2F0281}" type="datetimeFigureOut">
              <a:rPr lang="en-US" smtClean="0"/>
              <a:t>10/28/2026</a:t>
            </a:fld>
            <a:endParaRPr lang="en-US"/>
          </a:p>
        </p:txBody>
      </p:sp>
      <p:sp>
        <p:nvSpPr>
          <p:cNvPr id="8" name="Footer Placeholder 7">
            <a:extLst>
              <a:ext uri="{FF2B5EF4-FFF2-40B4-BE49-F238E27FC236}">
                <a16:creationId xmlns:a16="http://schemas.microsoft.com/office/drawing/2014/main" id="{B277C369-A0FD-9043-2010-296CF8464E0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1675868-A034-1C02-E9A2-55E84AD1AF94}"/>
              </a:ext>
            </a:extLst>
          </p:cNvPr>
          <p:cNvSpPr>
            <a:spLocks noGrp="1"/>
          </p:cNvSpPr>
          <p:nvPr>
            <p:ph type="sldNum" sz="quarter" idx="12"/>
          </p:nvPr>
        </p:nvSpPr>
        <p:spPr/>
        <p:txBody>
          <a:bodyPr/>
          <a:lstStyle/>
          <a:p>
            <a:fld id="{17E57EA3-4102-4FCB-A589-EC9FCEF494C0}" type="slidenum">
              <a:rPr lang="en-US" smtClean="0"/>
              <a:t>‹#›</a:t>
            </a:fld>
            <a:endParaRPr lang="en-US"/>
          </a:p>
        </p:txBody>
      </p:sp>
    </p:spTree>
    <p:extLst>
      <p:ext uri="{BB962C8B-B14F-4D97-AF65-F5344CB8AC3E}">
        <p14:creationId xmlns:p14="http://schemas.microsoft.com/office/powerpoint/2010/main" val="550463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E6B36-6DD1-A496-0800-07BEE382D57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E205D60-93E1-55F5-5B7C-C8735358AFF6}"/>
              </a:ext>
            </a:extLst>
          </p:cNvPr>
          <p:cNvSpPr>
            <a:spLocks noGrp="1"/>
          </p:cNvSpPr>
          <p:nvPr>
            <p:ph type="dt" sz="half" idx="10"/>
          </p:nvPr>
        </p:nvSpPr>
        <p:spPr/>
        <p:txBody>
          <a:bodyPr/>
          <a:lstStyle/>
          <a:p>
            <a:fld id="{F7FA166E-0E09-4C15-AF89-36B31D2F0281}" type="datetimeFigureOut">
              <a:rPr lang="en-US" smtClean="0"/>
              <a:t>10/28/2026</a:t>
            </a:fld>
            <a:endParaRPr lang="en-US"/>
          </a:p>
        </p:txBody>
      </p:sp>
      <p:sp>
        <p:nvSpPr>
          <p:cNvPr id="4" name="Footer Placeholder 3">
            <a:extLst>
              <a:ext uri="{FF2B5EF4-FFF2-40B4-BE49-F238E27FC236}">
                <a16:creationId xmlns:a16="http://schemas.microsoft.com/office/drawing/2014/main" id="{DF398CBC-0DBE-2424-1813-5050B9670F1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225CCBE-A5DD-5438-A2D6-8EFC01BF539A}"/>
              </a:ext>
            </a:extLst>
          </p:cNvPr>
          <p:cNvSpPr>
            <a:spLocks noGrp="1"/>
          </p:cNvSpPr>
          <p:nvPr>
            <p:ph type="sldNum" sz="quarter" idx="12"/>
          </p:nvPr>
        </p:nvSpPr>
        <p:spPr/>
        <p:txBody>
          <a:bodyPr/>
          <a:lstStyle/>
          <a:p>
            <a:fld id="{17E57EA3-4102-4FCB-A589-EC9FCEF494C0}" type="slidenum">
              <a:rPr lang="en-US" smtClean="0"/>
              <a:t>‹#›</a:t>
            </a:fld>
            <a:endParaRPr lang="en-US"/>
          </a:p>
        </p:txBody>
      </p:sp>
    </p:spTree>
    <p:extLst>
      <p:ext uri="{BB962C8B-B14F-4D97-AF65-F5344CB8AC3E}">
        <p14:creationId xmlns:p14="http://schemas.microsoft.com/office/powerpoint/2010/main" val="3598418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2DD536E-DDAF-C83B-A777-DAD513488BF8}"/>
              </a:ext>
            </a:extLst>
          </p:cNvPr>
          <p:cNvSpPr>
            <a:spLocks noGrp="1"/>
          </p:cNvSpPr>
          <p:nvPr>
            <p:ph type="dt" sz="half" idx="10"/>
          </p:nvPr>
        </p:nvSpPr>
        <p:spPr/>
        <p:txBody>
          <a:bodyPr/>
          <a:lstStyle/>
          <a:p>
            <a:fld id="{F7FA166E-0E09-4C15-AF89-36B31D2F0281}" type="datetimeFigureOut">
              <a:rPr lang="en-US" smtClean="0"/>
              <a:t>10/28/2026</a:t>
            </a:fld>
            <a:endParaRPr lang="en-US"/>
          </a:p>
        </p:txBody>
      </p:sp>
      <p:sp>
        <p:nvSpPr>
          <p:cNvPr id="3" name="Footer Placeholder 2">
            <a:extLst>
              <a:ext uri="{FF2B5EF4-FFF2-40B4-BE49-F238E27FC236}">
                <a16:creationId xmlns:a16="http://schemas.microsoft.com/office/drawing/2014/main" id="{460E218C-D398-D956-EB24-E0B0CF7BFE5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7C8B4E-072B-76C8-CEC4-05FD0F55D015}"/>
              </a:ext>
            </a:extLst>
          </p:cNvPr>
          <p:cNvSpPr>
            <a:spLocks noGrp="1"/>
          </p:cNvSpPr>
          <p:nvPr>
            <p:ph type="sldNum" sz="quarter" idx="12"/>
          </p:nvPr>
        </p:nvSpPr>
        <p:spPr/>
        <p:txBody>
          <a:bodyPr/>
          <a:lstStyle/>
          <a:p>
            <a:fld id="{17E57EA3-4102-4FCB-A589-EC9FCEF494C0}" type="slidenum">
              <a:rPr lang="en-US" smtClean="0"/>
              <a:t>‹#›</a:t>
            </a:fld>
            <a:endParaRPr lang="en-US"/>
          </a:p>
        </p:txBody>
      </p:sp>
    </p:spTree>
    <p:extLst>
      <p:ext uri="{BB962C8B-B14F-4D97-AF65-F5344CB8AC3E}">
        <p14:creationId xmlns:p14="http://schemas.microsoft.com/office/powerpoint/2010/main" val="25300615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AEA8F-657B-5731-25AC-3C3FC9748E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C0BFE89-2CCA-465E-24CE-B09C66B7762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EE55153-03EE-78DF-70D4-58BCAF6251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234D40-928E-A7F7-7FA8-160376ECB139}"/>
              </a:ext>
            </a:extLst>
          </p:cNvPr>
          <p:cNvSpPr>
            <a:spLocks noGrp="1"/>
          </p:cNvSpPr>
          <p:nvPr>
            <p:ph type="dt" sz="half" idx="10"/>
          </p:nvPr>
        </p:nvSpPr>
        <p:spPr/>
        <p:txBody>
          <a:bodyPr/>
          <a:lstStyle/>
          <a:p>
            <a:fld id="{F7FA166E-0E09-4C15-AF89-36B31D2F0281}" type="datetimeFigureOut">
              <a:rPr lang="en-US" smtClean="0"/>
              <a:t>10/28/2026</a:t>
            </a:fld>
            <a:endParaRPr lang="en-US"/>
          </a:p>
        </p:txBody>
      </p:sp>
      <p:sp>
        <p:nvSpPr>
          <p:cNvPr id="6" name="Footer Placeholder 5">
            <a:extLst>
              <a:ext uri="{FF2B5EF4-FFF2-40B4-BE49-F238E27FC236}">
                <a16:creationId xmlns:a16="http://schemas.microsoft.com/office/drawing/2014/main" id="{CC21B6EB-7D74-F61F-7D24-63E8299BF82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9D6C011-2BC8-CB5B-5F10-43972B0428BA}"/>
              </a:ext>
            </a:extLst>
          </p:cNvPr>
          <p:cNvSpPr>
            <a:spLocks noGrp="1"/>
          </p:cNvSpPr>
          <p:nvPr>
            <p:ph type="sldNum" sz="quarter" idx="12"/>
          </p:nvPr>
        </p:nvSpPr>
        <p:spPr/>
        <p:txBody>
          <a:bodyPr/>
          <a:lstStyle/>
          <a:p>
            <a:fld id="{17E57EA3-4102-4FCB-A589-EC9FCEF494C0}" type="slidenum">
              <a:rPr lang="en-US" smtClean="0"/>
              <a:t>‹#›</a:t>
            </a:fld>
            <a:endParaRPr lang="en-US"/>
          </a:p>
        </p:txBody>
      </p:sp>
    </p:spTree>
    <p:extLst>
      <p:ext uri="{BB962C8B-B14F-4D97-AF65-F5344CB8AC3E}">
        <p14:creationId xmlns:p14="http://schemas.microsoft.com/office/powerpoint/2010/main" val="6576402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6B3F5-9E33-7997-BCA4-0546DE3709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4B78F80-5761-1955-1FC0-2DE28FE1836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D5310AF-2920-0465-6779-95338C5E19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B8CE45-F5A2-6240-028B-1E6C83409F60}"/>
              </a:ext>
            </a:extLst>
          </p:cNvPr>
          <p:cNvSpPr>
            <a:spLocks noGrp="1"/>
          </p:cNvSpPr>
          <p:nvPr>
            <p:ph type="dt" sz="half" idx="10"/>
          </p:nvPr>
        </p:nvSpPr>
        <p:spPr/>
        <p:txBody>
          <a:bodyPr/>
          <a:lstStyle/>
          <a:p>
            <a:fld id="{F7FA166E-0E09-4C15-AF89-36B31D2F0281}" type="datetimeFigureOut">
              <a:rPr lang="en-US" smtClean="0"/>
              <a:t>10/28/2026</a:t>
            </a:fld>
            <a:endParaRPr lang="en-US"/>
          </a:p>
        </p:txBody>
      </p:sp>
      <p:sp>
        <p:nvSpPr>
          <p:cNvPr id="6" name="Footer Placeholder 5">
            <a:extLst>
              <a:ext uri="{FF2B5EF4-FFF2-40B4-BE49-F238E27FC236}">
                <a16:creationId xmlns:a16="http://schemas.microsoft.com/office/drawing/2014/main" id="{EB8758ED-644B-357A-7A30-2E742CCF27C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60A53B-8EF6-396B-4754-ED55B22C48EF}"/>
              </a:ext>
            </a:extLst>
          </p:cNvPr>
          <p:cNvSpPr>
            <a:spLocks noGrp="1"/>
          </p:cNvSpPr>
          <p:nvPr>
            <p:ph type="sldNum" sz="quarter" idx="12"/>
          </p:nvPr>
        </p:nvSpPr>
        <p:spPr/>
        <p:txBody>
          <a:bodyPr/>
          <a:lstStyle/>
          <a:p>
            <a:fld id="{17E57EA3-4102-4FCB-A589-EC9FCEF494C0}" type="slidenum">
              <a:rPr lang="en-US" smtClean="0"/>
              <a:t>‹#›</a:t>
            </a:fld>
            <a:endParaRPr lang="en-US"/>
          </a:p>
        </p:txBody>
      </p:sp>
    </p:spTree>
    <p:extLst>
      <p:ext uri="{BB962C8B-B14F-4D97-AF65-F5344CB8AC3E}">
        <p14:creationId xmlns:p14="http://schemas.microsoft.com/office/powerpoint/2010/main" val="37549746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8979B-881E-0DA7-BCB2-7AE81578C3D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0D0179E-6EA7-2D4C-B017-DC494646E18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50FBF3-D038-7D79-42FB-9947D7F3110F}"/>
              </a:ext>
            </a:extLst>
          </p:cNvPr>
          <p:cNvSpPr>
            <a:spLocks noGrp="1"/>
          </p:cNvSpPr>
          <p:nvPr>
            <p:ph type="dt" sz="half" idx="10"/>
          </p:nvPr>
        </p:nvSpPr>
        <p:spPr/>
        <p:txBody>
          <a:bodyPr/>
          <a:lstStyle/>
          <a:p>
            <a:fld id="{F7FA166E-0E09-4C15-AF89-36B31D2F0281}" type="datetimeFigureOut">
              <a:rPr lang="en-US" smtClean="0"/>
              <a:t>10/28/2026</a:t>
            </a:fld>
            <a:endParaRPr lang="en-US"/>
          </a:p>
        </p:txBody>
      </p:sp>
      <p:sp>
        <p:nvSpPr>
          <p:cNvPr id="5" name="Footer Placeholder 4">
            <a:extLst>
              <a:ext uri="{FF2B5EF4-FFF2-40B4-BE49-F238E27FC236}">
                <a16:creationId xmlns:a16="http://schemas.microsoft.com/office/drawing/2014/main" id="{689B3099-C0AE-D361-D5B4-B203446B5E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56CF7E-76CF-C629-A18D-4C153B3B6B97}"/>
              </a:ext>
            </a:extLst>
          </p:cNvPr>
          <p:cNvSpPr>
            <a:spLocks noGrp="1"/>
          </p:cNvSpPr>
          <p:nvPr>
            <p:ph type="sldNum" sz="quarter" idx="12"/>
          </p:nvPr>
        </p:nvSpPr>
        <p:spPr/>
        <p:txBody>
          <a:bodyPr/>
          <a:lstStyle/>
          <a:p>
            <a:fld id="{17E57EA3-4102-4FCB-A589-EC9FCEF494C0}" type="slidenum">
              <a:rPr lang="en-US" smtClean="0"/>
              <a:t>‹#›</a:t>
            </a:fld>
            <a:endParaRPr lang="en-US"/>
          </a:p>
        </p:txBody>
      </p:sp>
    </p:spTree>
    <p:extLst>
      <p:ext uri="{BB962C8B-B14F-4D97-AF65-F5344CB8AC3E}">
        <p14:creationId xmlns:p14="http://schemas.microsoft.com/office/powerpoint/2010/main" val="29369463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C9F8E6A-D46A-C87D-A1DB-D3C079A3AFB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A745A07-8CF5-AC20-583A-4D4C2C58608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7E0078-9C62-E75D-0E39-9FD4EA2A549E}"/>
              </a:ext>
            </a:extLst>
          </p:cNvPr>
          <p:cNvSpPr>
            <a:spLocks noGrp="1"/>
          </p:cNvSpPr>
          <p:nvPr>
            <p:ph type="dt" sz="half" idx="10"/>
          </p:nvPr>
        </p:nvSpPr>
        <p:spPr/>
        <p:txBody>
          <a:bodyPr/>
          <a:lstStyle/>
          <a:p>
            <a:fld id="{F7FA166E-0E09-4C15-AF89-36B31D2F0281}" type="datetimeFigureOut">
              <a:rPr lang="en-US" smtClean="0"/>
              <a:t>10/28/2026</a:t>
            </a:fld>
            <a:endParaRPr lang="en-US"/>
          </a:p>
        </p:txBody>
      </p:sp>
      <p:sp>
        <p:nvSpPr>
          <p:cNvPr id="5" name="Footer Placeholder 4">
            <a:extLst>
              <a:ext uri="{FF2B5EF4-FFF2-40B4-BE49-F238E27FC236}">
                <a16:creationId xmlns:a16="http://schemas.microsoft.com/office/drawing/2014/main" id="{C1051033-3FC2-B7D7-CE9E-3E14A4257A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D872D1-9364-1CD7-A0E5-D2DD8C6D0575}"/>
              </a:ext>
            </a:extLst>
          </p:cNvPr>
          <p:cNvSpPr>
            <a:spLocks noGrp="1"/>
          </p:cNvSpPr>
          <p:nvPr>
            <p:ph type="sldNum" sz="quarter" idx="12"/>
          </p:nvPr>
        </p:nvSpPr>
        <p:spPr/>
        <p:txBody>
          <a:bodyPr/>
          <a:lstStyle/>
          <a:p>
            <a:fld id="{17E57EA3-4102-4FCB-A589-EC9FCEF494C0}" type="slidenum">
              <a:rPr lang="en-US" smtClean="0"/>
              <a:t>‹#›</a:t>
            </a:fld>
            <a:endParaRPr lang="en-US"/>
          </a:p>
        </p:txBody>
      </p:sp>
    </p:spTree>
    <p:extLst>
      <p:ext uri="{BB962C8B-B14F-4D97-AF65-F5344CB8AC3E}">
        <p14:creationId xmlns:p14="http://schemas.microsoft.com/office/powerpoint/2010/main" val="19691340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le square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5" y="2302431"/>
            <a:ext cx="4167887" cy="1231107"/>
          </a:xfrm>
        </p:spPr>
        <p:txBody>
          <a:bodyPr anchor="b" anchorCtr="0">
            <a:spAutoFit/>
          </a:bodyPr>
          <a:lstStyle>
            <a:lvl1pPr>
              <a:defRPr sz="4000">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3" y="3962400"/>
            <a:ext cx="4164583" cy="221599"/>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a:t>
            </a:r>
          </a:p>
        </p:txBody>
      </p:sp>
      <p:pic>
        <p:nvPicPr>
          <p:cNvPr id="3" name="Picture 2" descr="Woman with Surface Studio">
            <a:extLst>
              <a:ext uri="{FF2B5EF4-FFF2-40B4-BE49-F238E27FC236}">
                <a16:creationId xmlns:a16="http://schemas.microsoft.com/office/drawing/2014/main" id="{DF420509-B374-8484-B263-30454C986927}"/>
              </a:ext>
            </a:extLst>
          </p:cNvPr>
          <p:cNvPicPr>
            <a:picLocks/>
          </p:cNvPicPr>
          <p:nvPr/>
        </p:nvPicPr>
        <p:blipFill rotWithShape="1">
          <a:blip r:embed="rId2" cstate="screen">
            <a:extLst>
              <a:ext uri="{28A0092B-C50C-407E-A947-70E740481C1C}">
                <a14:useLocalDpi xmlns:a14="http://schemas.microsoft.com/office/drawing/2010/main"/>
              </a:ext>
            </a:extLst>
          </a:blip>
          <a:srcRect/>
          <a:stretch/>
        </p:blipFill>
        <p:spPr bwMode="ltGray">
          <a:xfrm>
            <a:off x="5334000" y="0"/>
            <a:ext cx="6858000" cy="6858000"/>
          </a:xfrm>
          <a:prstGeom prst="rect">
            <a:avLst/>
          </a:prstGeom>
        </p:spPr>
      </p:pic>
      <p:pic>
        <p:nvPicPr>
          <p:cNvPr id="4" name="MS logo gray - EMF" descr="Microsoft logo, gray text version">
            <a:extLst>
              <a:ext uri="{FF2B5EF4-FFF2-40B4-BE49-F238E27FC236}">
                <a16:creationId xmlns:a16="http://schemas.microsoft.com/office/drawing/2014/main" id="{2A68DA0C-4BC1-B932-6E68-32FC55AB43AE}"/>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40518822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extLst>
    <p:ext uri="{DCECCB84-F9BA-43D5-87BE-67443E8EF086}">
      <p15:sldGuideLst xmlns:p15="http://schemas.microsoft.com/office/powerpoint/2012/main">
        <p15:guide id="2" orient="horz" pos="2496">
          <p15:clr>
            <a:srgbClr val="5ACBF0"/>
          </p15:clr>
        </p15:guide>
        <p15:guide id="3" pos="3355">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Simple Layout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B6239-8B94-B143-97B6-FEBFC9C663E0}"/>
              </a:ext>
            </a:extLst>
          </p:cNvPr>
          <p:cNvSpPr>
            <a:spLocks noGrp="1"/>
          </p:cNvSpPr>
          <p:nvPr>
            <p:ph type="title" hasCustomPrompt="1"/>
          </p:nvPr>
        </p:nvSpPr>
        <p:spPr>
          <a:xfrm>
            <a:off x="609600" y="310896"/>
            <a:ext cx="10972800" cy="630936"/>
          </a:xfrm>
        </p:spPr>
        <p:txBody>
          <a:bodyPr>
            <a:noAutofit/>
          </a:bodyPr>
          <a:lstStyle>
            <a:lvl1pPr>
              <a:defRPr sz="1800"/>
            </a:lvl1pPr>
          </a:lstStyle>
          <a:p>
            <a:r>
              <a:rPr lang="en-US"/>
              <a:t>Click to Insert Title (2 Lines Max)</a:t>
            </a:r>
            <a:br>
              <a:rPr lang="en-US"/>
            </a:br>
            <a:r>
              <a:rPr lang="en-US"/>
              <a:t>Click to Insert Title (2 Lines Max)</a:t>
            </a:r>
          </a:p>
        </p:txBody>
      </p:sp>
      <p:sp>
        <p:nvSpPr>
          <p:cNvPr id="3" name="Content Placeholder 2">
            <a:extLst>
              <a:ext uri="{FF2B5EF4-FFF2-40B4-BE49-F238E27FC236}">
                <a16:creationId xmlns:a16="http://schemas.microsoft.com/office/drawing/2014/main" id="{AECC10E5-43C8-2745-8183-A91FDA7EADC5}"/>
              </a:ext>
            </a:extLst>
          </p:cNvPr>
          <p:cNvSpPr>
            <a:spLocks noGrp="1"/>
          </p:cNvSpPr>
          <p:nvPr>
            <p:ph idx="1" hasCustomPrompt="1"/>
          </p:nvPr>
        </p:nvSpPr>
        <p:spPr>
          <a:xfrm>
            <a:off x="612648" y="1426464"/>
            <a:ext cx="10972800" cy="4223488"/>
          </a:xfrm>
        </p:spPr>
        <p:txBody>
          <a:bodyPr>
            <a:noAutofit/>
          </a:bodyPr>
          <a:lstStyle>
            <a:lvl1pPr>
              <a:lnSpc>
                <a:spcPct val="100000"/>
              </a:lnSpc>
              <a:spcBef>
                <a:spcPts val="0"/>
              </a:spcBef>
              <a:defRPr sz="1200"/>
            </a:lvl1pPr>
            <a:lvl2pPr>
              <a:defRPr sz="1200">
                <a:solidFill>
                  <a:schemeClr val="tx1">
                    <a:lumMod val="65000"/>
                    <a:lumOff val="35000"/>
                  </a:schemeClr>
                </a:solidFill>
              </a:defRPr>
            </a:lvl2pPr>
            <a:lvl3pPr marL="171446" indent="-171446">
              <a:buClr>
                <a:schemeClr val="accent1"/>
              </a:buClr>
              <a:defRPr sz="1050">
                <a:solidFill>
                  <a:schemeClr val="tx1">
                    <a:lumMod val="65000"/>
                    <a:lumOff val="35000"/>
                  </a:schemeClr>
                </a:solidFill>
              </a:defRPr>
            </a:lvl3pPr>
            <a:lvl4pPr marL="342892" indent="-171446">
              <a:buClr>
                <a:schemeClr val="accent1"/>
              </a:buClr>
              <a:defRPr sz="1050">
                <a:solidFill>
                  <a:schemeClr val="tx1">
                    <a:lumMod val="65000"/>
                    <a:lumOff val="35000"/>
                  </a:schemeClr>
                </a:solidFill>
              </a:defRPr>
            </a:lvl4pPr>
            <a:lvl5pPr marL="514337" indent="-171446">
              <a:defRPr sz="900">
                <a:solidFill>
                  <a:schemeClr val="tx1">
                    <a:lumMod val="65000"/>
                    <a:lumOff val="35000"/>
                  </a:schemeClr>
                </a:solidFill>
              </a:defRPr>
            </a:lvl5pPr>
          </a:lstStyle>
          <a:p>
            <a:pPr lvl="0"/>
            <a:r>
              <a:rPr lang="en-US"/>
              <a:t>Click to add text</a:t>
            </a:r>
          </a:p>
          <a:p>
            <a:pPr lvl="1"/>
            <a:r>
              <a:rPr lang="en-US"/>
              <a:t>Second level indent</a:t>
            </a:r>
          </a:p>
          <a:p>
            <a:pPr lvl="2"/>
            <a:r>
              <a:rPr lang="en-US"/>
              <a:t>Third level indent</a:t>
            </a:r>
          </a:p>
          <a:p>
            <a:pPr lvl="3"/>
            <a:r>
              <a:rPr lang="en-US"/>
              <a:t>Fourth level indent</a:t>
            </a:r>
          </a:p>
          <a:p>
            <a:pPr lvl="4"/>
            <a:r>
              <a:rPr lang="en-US"/>
              <a:t>Fifth level indent</a:t>
            </a:r>
          </a:p>
        </p:txBody>
      </p:sp>
      <p:sp>
        <p:nvSpPr>
          <p:cNvPr id="7" name="Rectangle 6">
            <a:extLst>
              <a:ext uri="{FF2B5EF4-FFF2-40B4-BE49-F238E27FC236}">
                <a16:creationId xmlns:a16="http://schemas.microsoft.com/office/drawing/2014/main" id="{7C43982E-E5EF-4F22-957D-6781E8878111}"/>
              </a:ext>
            </a:extLst>
          </p:cNvPr>
          <p:cNvSpPr/>
          <p:nvPr userDrawn="1"/>
        </p:nvSpPr>
        <p:spPr>
          <a:xfrm>
            <a:off x="609602" y="984047"/>
            <a:ext cx="1586753" cy="9494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13" name="Footer Placeholder 4">
            <a:extLst>
              <a:ext uri="{FF2B5EF4-FFF2-40B4-BE49-F238E27FC236}">
                <a16:creationId xmlns:a16="http://schemas.microsoft.com/office/drawing/2014/main" id="{FD2B97D9-50F0-164B-A442-A2ED6A21B373}"/>
              </a:ext>
            </a:extLst>
          </p:cNvPr>
          <p:cNvSpPr>
            <a:spLocks noGrp="1"/>
          </p:cNvSpPr>
          <p:nvPr>
            <p:ph type="ftr" sz="quarter" idx="3"/>
          </p:nvPr>
        </p:nvSpPr>
        <p:spPr>
          <a:xfrm>
            <a:off x="4392701" y="6401202"/>
            <a:ext cx="6976872" cy="365125"/>
          </a:xfrm>
          <a:prstGeom prst="rect">
            <a:avLst/>
          </a:prstGeom>
        </p:spPr>
        <p:txBody>
          <a:bodyPr vert="horz" lIns="0" tIns="0" rIns="0" bIns="0" rtlCol="0" anchor="ctr"/>
          <a:lstStyle>
            <a:lvl1pPr algn="r">
              <a:defRPr sz="788" cap="all" baseline="0">
                <a:solidFill>
                  <a:schemeClr val="accent2"/>
                </a:solidFill>
              </a:defRPr>
            </a:lvl1pPr>
          </a:lstStyle>
          <a:p>
            <a:r>
              <a:rPr lang="en-US"/>
              <a:t>Digital realty | </a:t>
            </a:r>
            <a:r>
              <a:rPr lang="en-US" err="1"/>
              <a:t>powerpoint</a:t>
            </a:r>
            <a:r>
              <a:rPr lang="en-US"/>
              <a:t> template | date</a:t>
            </a:r>
          </a:p>
        </p:txBody>
      </p:sp>
      <p:sp>
        <p:nvSpPr>
          <p:cNvPr id="14" name="Slide Number Placeholder 5">
            <a:extLst>
              <a:ext uri="{FF2B5EF4-FFF2-40B4-BE49-F238E27FC236}">
                <a16:creationId xmlns:a16="http://schemas.microsoft.com/office/drawing/2014/main" id="{72D68A2F-E95B-3F47-8E5E-7ACB569BA9AE}"/>
              </a:ext>
            </a:extLst>
          </p:cNvPr>
          <p:cNvSpPr>
            <a:spLocks noGrp="1"/>
          </p:cNvSpPr>
          <p:nvPr>
            <p:ph type="sldNum" sz="quarter" idx="4"/>
          </p:nvPr>
        </p:nvSpPr>
        <p:spPr>
          <a:xfrm>
            <a:off x="11472927" y="6382514"/>
            <a:ext cx="407504" cy="365125"/>
          </a:xfrm>
          <a:prstGeom prst="rect">
            <a:avLst/>
          </a:prstGeom>
        </p:spPr>
        <p:txBody>
          <a:bodyPr vert="horz" lIns="0" tIns="0" rIns="0" bIns="0" rtlCol="0" anchor="ctr"/>
          <a:lstStyle>
            <a:lvl1pPr algn="r">
              <a:defRPr sz="750" b="1">
                <a:solidFill>
                  <a:schemeClr val="accent1"/>
                </a:solidFill>
              </a:defRPr>
            </a:lvl1pPr>
          </a:lstStyle>
          <a:p>
            <a:pPr algn="l"/>
            <a:r>
              <a:rPr lang="en-US"/>
              <a:t>|  </a:t>
            </a:r>
            <a:fld id="{6A7E8A26-D27D-BD4B-80C5-E0815EC7F7BE}" type="slidenum">
              <a:rPr lang="en-US" smtClean="0"/>
              <a:pPr algn="l"/>
              <a:t>‹#›</a:t>
            </a:fld>
            <a:endParaRPr lang="en-US"/>
          </a:p>
        </p:txBody>
      </p:sp>
    </p:spTree>
    <p:extLst>
      <p:ext uri="{BB962C8B-B14F-4D97-AF65-F5344CB8AC3E}">
        <p14:creationId xmlns:p14="http://schemas.microsoft.com/office/powerpoint/2010/main" val="1039088039"/>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Slide 1">
    <p:bg>
      <p:bgPr>
        <a:solidFill>
          <a:schemeClr val="tx2"/>
        </a:solidFill>
        <a:effectLst/>
      </p:bgPr>
    </p:bg>
    <p:spTree>
      <p:nvGrpSpPr>
        <p:cNvPr id="1" name=""/>
        <p:cNvGrpSpPr/>
        <p:nvPr/>
      </p:nvGrpSpPr>
      <p:grpSpPr>
        <a:xfrm>
          <a:off x="0" y="0"/>
          <a:ext cx="0" cy="0"/>
          <a:chOff x="0" y="0"/>
          <a:chExt cx="0" cy="0"/>
        </a:xfrm>
      </p:grpSpPr>
      <p:pic>
        <p:nvPicPr>
          <p:cNvPr id="4" name="Picture 3" descr="A picture of Stock Exchange in Japan">
            <a:extLst>
              <a:ext uri="{FF2B5EF4-FFF2-40B4-BE49-F238E27FC236}">
                <a16:creationId xmlns:a16="http://schemas.microsoft.com/office/drawing/2014/main" id="{A2CAC9DD-D2EA-4BCC-AA68-283C4B944FBE}"/>
              </a:ext>
            </a:extLst>
          </p:cNvPr>
          <p:cNvPicPr>
            <a:picLocks noChangeAspect="1"/>
          </p:cNvPicPr>
          <p:nvPr userDrawn="1"/>
        </p:nvPicPr>
        <p:blipFill rotWithShape="1">
          <a:blip r:embed="rId2"/>
          <a:srcRect t="8326" b="8334"/>
          <a:stretch/>
        </p:blipFill>
        <p:spPr>
          <a:xfrm>
            <a:off x="0" y="1142582"/>
            <a:ext cx="12192000" cy="5715418"/>
          </a:xfrm>
          <a:prstGeom prst="rect">
            <a:avLst/>
          </a:prstGeom>
        </p:spPr>
      </p:pic>
      <p:sp>
        <p:nvSpPr>
          <p:cNvPr id="10" name="Rectangle 9">
            <a:extLst>
              <a:ext uri="{FF2B5EF4-FFF2-40B4-BE49-F238E27FC236}">
                <a16:creationId xmlns:a16="http://schemas.microsoft.com/office/drawing/2014/main" id="{A9CEB608-0900-4220-A4A5-6730BBDCE2F2}"/>
              </a:ext>
              <a:ext uri="{C183D7F6-B498-43B3-948B-1728B52AA6E4}">
                <adec:decorative xmlns:adec="http://schemas.microsoft.com/office/drawing/2017/decorative" val="1"/>
              </a:ext>
            </a:extLst>
          </p:cNvPr>
          <p:cNvSpPr/>
          <p:nvPr userDrawn="1"/>
        </p:nvSpPr>
        <p:spPr bwMode="auto">
          <a:xfrm>
            <a:off x="0" y="1143001"/>
            <a:ext cx="12192001" cy="5715418"/>
          </a:xfrm>
          <a:prstGeom prst="rect">
            <a:avLst/>
          </a:prstGeom>
          <a:gradFill>
            <a:gsLst>
              <a:gs pos="41000">
                <a:srgbClr val="000000">
                  <a:alpha val="34000"/>
                </a:srgbClr>
              </a:gs>
              <a:gs pos="0">
                <a:schemeClr val="bg1">
                  <a:alpha val="0"/>
                </a:schemeClr>
              </a:gs>
              <a:gs pos="100000">
                <a:schemeClr val="bg1">
                  <a:alpha val="47000"/>
                </a:schemeClr>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7" name="Rectangle 16">
            <a:extLst>
              <a:ext uri="{FF2B5EF4-FFF2-40B4-BE49-F238E27FC236}">
                <a16:creationId xmlns:a16="http://schemas.microsoft.com/office/drawing/2014/main" id="{9D232250-0B43-45B3-B1F2-6E5CE58FCD76}"/>
              </a:ext>
            </a:extLst>
          </p:cNvPr>
          <p:cNvSpPr/>
          <p:nvPr userDrawn="1"/>
        </p:nvSpPr>
        <p:spPr bwMode="auto">
          <a:xfrm>
            <a:off x="0" y="0"/>
            <a:ext cx="12192000" cy="114300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err="1"/>
          </a:p>
        </p:txBody>
      </p:sp>
      <p:pic>
        <p:nvPicPr>
          <p:cNvPr id="18" name="MS logo gray - EMF" descr="Microsoft logo, gray text version">
            <a:extLst>
              <a:ext uri="{FF2B5EF4-FFF2-40B4-BE49-F238E27FC236}">
                <a16:creationId xmlns:a16="http://schemas.microsoft.com/office/drawing/2014/main" id="{45C74178-03AD-44E1-AC92-E569C4A8621B}"/>
              </a:ext>
            </a:extLst>
          </p:cNvPr>
          <p:cNvPicPr>
            <a:picLocks noChangeAspect="1"/>
          </p:cNvPicPr>
          <p:nvPr userDrawn="1"/>
        </p:nvPicPr>
        <p:blipFill>
          <a:blip r:embed="rId3"/>
          <a:stretch>
            <a:fillRect/>
          </a:stretch>
        </p:blipFill>
        <p:spPr bwMode="black">
          <a:xfrm>
            <a:off x="584200" y="425196"/>
            <a:ext cx="1366440" cy="292608"/>
          </a:xfrm>
          <a:prstGeom prst="rect">
            <a:avLst/>
          </a:prstGeom>
        </p:spPr>
      </p:pic>
      <p:sp>
        <p:nvSpPr>
          <p:cNvPr id="11" name="Title 2">
            <a:extLst>
              <a:ext uri="{FF2B5EF4-FFF2-40B4-BE49-F238E27FC236}">
                <a16:creationId xmlns:a16="http://schemas.microsoft.com/office/drawing/2014/main" id="{548B61F6-0EFD-42E1-BE95-F220AAB66D5E}"/>
              </a:ext>
            </a:extLst>
          </p:cNvPr>
          <p:cNvSpPr>
            <a:spLocks noGrp="1"/>
          </p:cNvSpPr>
          <p:nvPr>
            <p:ph type="title"/>
          </p:nvPr>
        </p:nvSpPr>
        <p:spPr>
          <a:xfrm>
            <a:off x="6096001" y="3685032"/>
            <a:ext cx="4648200" cy="2279835"/>
          </a:xfrm>
        </p:spPr>
        <p:txBody>
          <a:bodyPr>
            <a:noAutofit/>
          </a:bodyPr>
          <a:lstStyle>
            <a:lvl1pPr>
              <a:defRPr sz="3600"/>
            </a:lvl1pPr>
          </a:lstStyle>
          <a:p>
            <a:r>
              <a:rPr lang="en-US"/>
              <a:t>Click to edit Master title style</a:t>
            </a:r>
          </a:p>
        </p:txBody>
      </p:sp>
      <p:sp>
        <p:nvSpPr>
          <p:cNvPr id="13" name="Rectangle 12" descr="Yellow-Teal MIS Identity bar">
            <a:extLst>
              <a:ext uri="{FF2B5EF4-FFF2-40B4-BE49-F238E27FC236}">
                <a16:creationId xmlns:a16="http://schemas.microsoft.com/office/drawing/2014/main" id="{7F0F9881-D395-4A12-A83B-BA6B42D0F9DB}"/>
              </a:ext>
              <a:ext uri="{C183D7F6-B498-43B3-948B-1728B52AA6E4}">
                <adec:decorative xmlns:adec="http://schemas.microsoft.com/office/drawing/2017/decorative" val="0"/>
              </a:ext>
            </a:extLst>
          </p:cNvPr>
          <p:cNvSpPr/>
          <p:nvPr userDrawn="1"/>
        </p:nvSpPr>
        <p:spPr bwMode="auto">
          <a:xfrm>
            <a:off x="6096000" y="3318235"/>
            <a:ext cx="6096000" cy="226243"/>
          </a:xfrm>
          <a:prstGeom prst="rect">
            <a:avLst/>
          </a:pr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
        <p:nvSpPr>
          <p:cNvPr id="14" name="Text Placeholder 2">
            <a:extLst>
              <a:ext uri="{FF2B5EF4-FFF2-40B4-BE49-F238E27FC236}">
                <a16:creationId xmlns:a16="http://schemas.microsoft.com/office/drawing/2014/main" id="{E6F7304A-17CE-4A81-83CE-B143FDB434C8}"/>
              </a:ext>
            </a:extLst>
          </p:cNvPr>
          <p:cNvSpPr>
            <a:spLocks noGrp="1"/>
          </p:cNvSpPr>
          <p:nvPr>
            <p:ph type="body" sz="quarter" idx="12" hasCustomPrompt="1"/>
          </p:nvPr>
        </p:nvSpPr>
        <p:spPr>
          <a:xfrm>
            <a:off x="6096000" y="2698034"/>
            <a:ext cx="4648200" cy="276999"/>
          </a:xfrm>
        </p:spPr>
        <p:txBody>
          <a:bodyPr/>
          <a:lstStyle>
            <a:lvl1pPr marL="0" indent="0">
              <a:buFontTx/>
              <a:buNone/>
              <a:defRPr sz="1800"/>
            </a:lvl1pPr>
          </a:lstStyle>
          <a:p>
            <a:r>
              <a:rPr lang="en-US"/>
              <a:t>Click to add industry vertical</a:t>
            </a:r>
          </a:p>
        </p:txBody>
      </p:sp>
      <p:sp>
        <p:nvSpPr>
          <p:cNvPr id="15" name="Picture Placeholder 5" descr="Company logo placeholder">
            <a:extLst>
              <a:ext uri="{FF2B5EF4-FFF2-40B4-BE49-F238E27FC236}">
                <a16:creationId xmlns:a16="http://schemas.microsoft.com/office/drawing/2014/main" id="{78D4E5FB-6ED2-4646-9BB8-82CB59C09007}"/>
              </a:ext>
            </a:extLst>
          </p:cNvPr>
          <p:cNvSpPr>
            <a:spLocks noGrp="1"/>
          </p:cNvSpPr>
          <p:nvPr>
            <p:ph type="pic" sz="quarter" idx="13" hasCustomPrompt="1"/>
          </p:nvPr>
        </p:nvSpPr>
        <p:spPr>
          <a:xfrm>
            <a:off x="9970764" y="201439"/>
            <a:ext cx="1649736" cy="740122"/>
          </a:xfrm>
        </p:spPr>
        <p:txBody>
          <a:bodyPr wrap="none" anchor="ctr">
            <a:normAutofit/>
          </a:bodyPr>
          <a:lstStyle>
            <a:lvl1pPr marL="0" indent="0" algn="ctr">
              <a:buNone/>
              <a:defRPr lang="en-US" sz="1800">
                <a:solidFill>
                  <a:schemeClr val="bg1"/>
                </a:solidFill>
              </a:defRPr>
            </a:lvl1pPr>
          </a:lstStyle>
          <a:p>
            <a:r>
              <a:rPr lang="en-US"/>
              <a:t>Customer Logo</a:t>
            </a:r>
          </a:p>
        </p:txBody>
      </p:sp>
    </p:spTree>
    <p:extLst>
      <p:ext uri="{BB962C8B-B14F-4D97-AF65-F5344CB8AC3E}">
        <p14:creationId xmlns:p14="http://schemas.microsoft.com/office/powerpoint/2010/main" val="58036696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6132">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2">
    <p:bg>
      <p:bgPr>
        <a:solidFill>
          <a:schemeClr val="tx2"/>
        </a:solidFill>
        <a:effectLst/>
      </p:bgPr>
    </p:bg>
    <p:spTree>
      <p:nvGrpSpPr>
        <p:cNvPr id="1" name=""/>
        <p:cNvGrpSpPr/>
        <p:nvPr/>
      </p:nvGrpSpPr>
      <p:grpSpPr>
        <a:xfrm>
          <a:off x="0" y="0"/>
          <a:ext cx="0" cy="0"/>
          <a:chOff x="0" y="0"/>
          <a:chExt cx="0" cy="0"/>
        </a:xfrm>
      </p:grpSpPr>
      <p:pic>
        <p:nvPicPr>
          <p:cNvPr id="6" name="Picture 5" descr="A stock board.">
            <a:extLst>
              <a:ext uri="{FF2B5EF4-FFF2-40B4-BE49-F238E27FC236}">
                <a16:creationId xmlns:a16="http://schemas.microsoft.com/office/drawing/2014/main" id="{4CB3EE6C-B294-4020-BDD5-9F0DE2DCD197}"/>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11" name="Rectangle 10">
            <a:extLst>
              <a:ext uri="{FF2B5EF4-FFF2-40B4-BE49-F238E27FC236}">
                <a16:creationId xmlns:a16="http://schemas.microsoft.com/office/drawing/2014/main" id="{FB6A7679-CD12-264F-8D68-C04698BD1C02}"/>
              </a:ext>
              <a:ext uri="{C183D7F6-B498-43B3-948B-1728B52AA6E4}">
                <adec:decorative xmlns:adec="http://schemas.microsoft.com/office/drawing/2017/decorative" val="1"/>
              </a:ext>
            </a:extLst>
          </p:cNvPr>
          <p:cNvSpPr/>
          <p:nvPr userDrawn="1"/>
        </p:nvSpPr>
        <p:spPr bwMode="auto">
          <a:xfrm>
            <a:off x="0" y="0"/>
            <a:ext cx="12192000" cy="6858000"/>
          </a:xfrm>
          <a:prstGeom prst="rect">
            <a:avLst/>
          </a:prstGeom>
          <a:gradFill>
            <a:gsLst>
              <a:gs pos="100000">
                <a:schemeClr val="tx1">
                  <a:alpha val="9000"/>
                </a:schemeClr>
              </a:gs>
              <a:gs pos="60000">
                <a:srgbClr val="212121">
                  <a:alpha val="49000"/>
                </a:srgbClr>
              </a:gs>
              <a:gs pos="46000">
                <a:schemeClr val="bg1">
                  <a:alpha val="45000"/>
                </a:schemeClr>
              </a:gs>
              <a:gs pos="0">
                <a:schemeClr val="bg1">
                  <a:alpha val="17344"/>
                </a:schemeClr>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0" name="Rectangle 9">
            <a:extLst>
              <a:ext uri="{FF2B5EF4-FFF2-40B4-BE49-F238E27FC236}">
                <a16:creationId xmlns:a16="http://schemas.microsoft.com/office/drawing/2014/main" id="{1E0466DD-5304-420C-8CBA-9B5C39EF77CF}"/>
              </a:ext>
              <a:ext uri="{C183D7F6-B498-43B3-948B-1728B52AA6E4}">
                <adec:decorative xmlns:adec="http://schemas.microsoft.com/office/drawing/2017/decorative" val="1"/>
              </a:ext>
            </a:extLst>
          </p:cNvPr>
          <p:cNvSpPr/>
          <p:nvPr userDrawn="1"/>
        </p:nvSpPr>
        <p:spPr bwMode="auto">
          <a:xfrm>
            <a:off x="5394960" y="3318235"/>
            <a:ext cx="6797040" cy="3539765"/>
          </a:xfrm>
          <a:prstGeom prst="rect">
            <a:avLst/>
          </a:prstGeom>
          <a:gradFill>
            <a:gsLst>
              <a:gs pos="41000">
                <a:srgbClr val="000000">
                  <a:alpha val="22000"/>
                </a:srgbClr>
              </a:gs>
              <a:gs pos="0">
                <a:schemeClr val="bg1">
                  <a:alpha val="0"/>
                </a:schemeClr>
              </a:gs>
              <a:gs pos="100000">
                <a:schemeClr val="bg1">
                  <a:alpha val="85000"/>
                </a:schemeClr>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8" name="Title 2">
            <a:extLst>
              <a:ext uri="{FF2B5EF4-FFF2-40B4-BE49-F238E27FC236}">
                <a16:creationId xmlns:a16="http://schemas.microsoft.com/office/drawing/2014/main" id="{84B6163F-F990-D34B-9E2A-FDA8A16714C0}"/>
              </a:ext>
            </a:extLst>
          </p:cNvPr>
          <p:cNvSpPr>
            <a:spLocks noGrp="1"/>
          </p:cNvSpPr>
          <p:nvPr>
            <p:ph type="title"/>
          </p:nvPr>
        </p:nvSpPr>
        <p:spPr>
          <a:xfrm>
            <a:off x="6096001" y="3685032"/>
            <a:ext cx="4648200" cy="2279835"/>
          </a:xfrm>
        </p:spPr>
        <p:txBody>
          <a:bodyPr>
            <a:noAutofit/>
          </a:bodyPr>
          <a:lstStyle>
            <a:lvl1pPr>
              <a:defRPr sz="3600"/>
            </a:lvl1pPr>
          </a:lstStyle>
          <a:p>
            <a:r>
              <a:rPr lang="en-US"/>
              <a:t>Click to edit Master title style</a:t>
            </a:r>
          </a:p>
        </p:txBody>
      </p:sp>
      <p:sp>
        <p:nvSpPr>
          <p:cNvPr id="2" name="Rectangle 1" descr="Yellow-Blue MIS Identity bar">
            <a:extLst>
              <a:ext uri="{FF2B5EF4-FFF2-40B4-BE49-F238E27FC236}">
                <a16:creationId xmlns:a16="http://schemas.microsoft.com/office/drawing/2014/main" id="{4C5C4687-7859-D044-817A-4562925B6B94}"/>
              </a:ext>
              <a:ext uri="{C183D7F6-B498-43B3-948B-1728B52AA6E4}">
                <adec:decorative xmlns:adec="http://schemas.microsoft.com/office/drawing/2017/decorative" val="0"/>
              </a:ext>
            </a:extLst>
          </p:cNvPr>
          <p:cNvSpPr/>
          <p:nvPr userDrawn="1"/>
        </p:nvSpPr>
        <p:spPr bwMode="auto">
          <a:xfrm>
            <a:off x="6096000" y="3318235"/>
            <a:ext cx="6096000" cy="226243"/>
          </a:xfrm>
          <a:prstGeom prst="rect">
            <a:avLst/>
          </a:pr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
        <p:nvSpPr>
          <p:cNvPr id="9" name="Text Placeholder 2">
            <a:extLst>
              <a:ext uri="{FF2B5EF4-FFF2-40B4-BE49-F238E27FC236}">
                <a16:creationId xmlns:a16="http://schemas.microsoft.com/office/drawing/2014/main" id="{C76A859C-B570-764B-AFE5-06D2C1FE23E1}"/>
              </a:ext>
            </a:extLst>
          </p:cNvPr>
          <p:cNvSpPr>
            <a:spLocks noGrp="1"/>
          </p:cNvSpPr>
          <p:nvPr>
            <p:ph type="body" sz="quarter" idx="12" hasCustomPrompt="1"/>
          </p:nvPr>
        </p:nvSpPr>
        <p:spPr>
          <a:xfrm>
            <a:off x="6096000" y="547683"/>
            <a:ext cx="4648200" cy="276999"/>
          </a:xfrm>
        </p:spPr>
        <p:txBody>
          <a:bodyPr/>
          <a:lstStyle>
            <a:lvl1pPr marL="0" indent="0">
              <a:buFontTx/>
              <a:buNone/>
              <a:defRPr sz="1800"/>
            </a:lvl1pPr>
          </a:lstStyle>
          <a:p>
            <a:r>
              <a:rPr lang="en-US"/>
              <a:t>Click to add industry vertical</a:t>
            </a:r>
          </a:p>
        </p:txBody>
      </p:sp>
      <p:pic>
        <p:nvPicPr>
          <p:cNvPr id="7" name="Picture 6" descr="Microsoft logo white text version">
            <a:extLst>
              <a:ext uri="{FF2B5EF4-FFF2-40B4-BE49-F238E27FC236}">
                <a16:creationId xmlns:a16="http://schemas.microsoft.com/office/drawing/2014/main" id="{F47C80E3-9EE8-474B-B460-8FCB659F5EB0}"/>
              </a:ext>
            </a:extLst>
          </p:cNvPr>
          <p:cNvPicPr>
            <a:picLocks noChangeAspect="1"/>
          </p:cNvPicPr>
          <p:nvPr userDrawn="1"/>
        </p:nvPicPr>
        <p:blipFill>
          <a:blip r:embed="rId3"/>
          <a:stretch>
            <a:fillRect/>
          </a:stretch>
        </p:blipFill>
        <p:spPr>
          <a:xfrm>
            <a:off x="126243" y="2759700"/>
            <a:ext cx="2979002" cy="1337764"/>
          </a:xfrm>
          <a:prstGeom prst="rect">
            <a:avLst/>
          </a:prstGeom>
        </p:spPr>
      </p:pic>
    </p:spTree>
    <p:extLst>
      <p:ext uri="{BB962C8B-B14F-4D97-AF65-F5344CB8AC3E}">
        <p14:creationId xmlns:p14="http://schemas.microsoft.com/office/powerpoint/2010/main" val="340807236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6132">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3">
    <p:bg>
      <p:bgPr>
        <a:solidFill>
          <a:schemeClr val="tx2"/>
        </a:solidFill>
        <a:effectLst/>
      </p:bgPr>
    </p:bg>
    <p:spTree>
      <p:nvGrpSpPr>
        <p:cNvPr id="1" name=""/>
        <p:cNvGrpSpPr/>
        <p:nvPr/>
      </p:nvGrpSpPr>
      <p:grpSpPr>
        <a:xfrm>
          <a:off x="0" y="0"/>
          <a:ext cx="0" cy="0"/>
          <a:chOff x="0" y="0"/>
          <a:chExt cx="0" cy="0"/>
        </a:xfrm>
      </p:grpSpPr>
      <p:pic>
        <p:nvPicPr>
          <p:cNvPr id="12" name="Picture 11" descr="Drone view of central Hong Kong.">
            <a:extLst>
              <a:ext uri="{FF2B5EF4-FFF2-40B4-BE49-F238E27FC236}">
                <a16:creationId xmlns:a16="http://schemas.microsoft.com/office/drawing/2014/main" id="{766AB0BD-AE92-40BD-AF59-547FB6B6546E}"/>
              </a:ext>
            </a:extLst>
          </p:cNvPr>
          <p:cNvPicPr>
            <a:picLocks noChangeAspect="1"/>
          </p:cNvPicPr>
          <p:nvPr userDrawn="1"/>
        </p:nvPicPr>
        <p:blipFill>
          <a:blip r:embed="rId2"/>
          <a:stretch>
            <a:fillRect/>
          </a:stretch>
        </p:blipFill>
        <p:spPr>
          <a:xfrm>
            <a:off x="0" y="0"/>
            <a:ext cx="12192000" cy="6858000"/>
          </a:xfrm>
          <a:prstGeom prst="rect">
            <a:avLst/>
          </a:prstGeom>
        </p:spPr>
      </p:pic>
      <p:grpSp>
        <p:nvGrpSpPr>
          <p:cNvPr id="3" name="Group 2">
            <a:extLst>
              <a:ext uri="{FF2B5EF4-FFF2-40B4-BE49-F238E27FC236}">
                <a16:creationId xmlns:a16="http://schemas.microsoft.com/office/drawing/2014/main" id="{20167C13-D800-40CA-AFB8-A2CA37770715}"/>
              </a:ext>
              <a:ext uri="{C183D7F6-B498-43B3-948B-1728B52AA6E4}">
                <adec:decorative xmlns:adec="http://schemas.microsoft.com/office/drawing/2017/decorative" val="1"/>
              </a:ext>
            </a:extLst>
          </p:cNvPr>
          <p:cNvGrpSpPr/>
          <p:nvPr userDrawn="1"/>
        </p:nvGrpSpPr>
        <p:grpSpPr>
          <a:xfrm>
            <a:off x="0" y="0"/>
            <a:ext cx="12192000" cy="6858418"/>
            <a:chOff x="1" y="-418"/>
            <a:chExt cx="12192000" cy="6858418"/>
          </a:xfrm>
        </p:grpSpPr>
        <p:sp>
          <p:nvSpPr>
            <p:cNvPr id="8" name="Rectangle 7">
              <a:extLst>
                <a:ext uri="{FF2B5EF4-FFF2-40B4-BE49-F238E27FC236}">
                  <a16:creationId xmlns:a16="http://schemas.microsoft.com/office/drawing/2014/main" id="{C28A8F6F-89B4-8A4B-8B7E-A99F037DFD87}"/>
                </a:ext>
                <a:ext uri="{C183D7F6-B498-43B3-948B-1728B52AA6E4}">
                  <adec:decorative xmlns:adec="http://schemas.microsoft.com/office/drawing/2017/decorative" val="1"/>
                </a:ext>
              </a:extLst>
            </p:cNvPr>
            <p:cNvSpPr/>
            <p:nvPr userDrawn="1"/>
          </p:nvSpPr>
          <p:spPr bwMode="auto">
            <a:xfrm>
              <a:off x="1" y="-418"/>
              <a:ext cx="12192000" cy="6858000"/>
            </a:xfrm>
            <a:prstGeom prst="rect">
              <a:avLst/>
            </a:prstGeom>
            <a:gradFill>
              <a:gsLst>
                <a:gs pos="0">
                  <a:schemeClr val="bg1">
                    <a:alpha val="36120"/>
                  </a:schemeClr>
                </a:gs>
                <a:gs pos="100000">
                  <a:schemeClr val="bg1">
                    <a:alpha val="0"/>
                  </a:schemeClr>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1" name="Rectangle 10">
              <a:extLst>
                <a:ext uri="{FF2B5EF4-FFF2-40B4-BE49-F238E27FC236}">
                  <a16:creationId xmlns:a16="http://schemas.microsoft.com/office/drawing/2014/main" id="{3FC2B9B6-CB47-45A9-8B9D-A701C3330B25}"/>
                </a:ext>
                <a:ext uri="{C183D7F6-B498-43B3-948B-1728B52AA6E4}">
                  <adec:decorative xmlns:adec="http://schemas.microsoft.com/office/drawing/2017/decorative" val="1"/>
                </a:ext>
              </a:extLst>
            </p:cNvPr>
            <p:cNvSpPr/>
            <p:nvPr userDrawn="1"/>
          </p:nvSpPr>
          <p:spPr bwMode="auto">
            <a:xfrm>
              <a:off x="5394960" y="3318235"/>
              <a:ext cx="6797040" cy="3539765"/>
            </a:xfrm>
            <a:prstGeom prst="rect">
              <a:avLst/>
            </a:prstGeom>
            <a:gradFill>
              <a:gsLst>
                <a:gs pos="41000">
                  <a:srgbClr val="000000">
                    <a:alpha val="22000"/>
                  </a:srgbClr>
                </a:gs>
                <a:gs pos="0">
                  <a:schemeClr val="bg1">
                    <a:alpha val="0"/>
                  </a:schemeClr>
                </a:gs>
                <a:gs pos="100000">
                  <a:schemeClr val="bg1">
                    <a:alpha val="48000"/>
                  </a:schemeClr>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sp>
        <p:nvSpPr>
          <p:cNvPr id="10" name="Title 2">
            <a:extLst>
              <a:ext uri="{FF2B5EF4-FFF2-40B4-BE49-F238E27FC236}">
                <a16:creationId xmlns:a16="http://schemas.microsoft.com/office/drawing/2014/main" id="{03F30E87-9329-6D48-B437-4E93FC2DEF39}"/>
              </a:ext>
            </a:extLst>
          </p:cNvPr>
          <p:cNvSpPr>
            <a:spLocks noGrp="1"/>
          </p:cNvSpPr>
          <p:nvPr>
            <p:ph type="title"/>
          </p:nvPr>
        </p:nvSpPr>
        <p:spPr>
          <a:xfrm>
            <a:off x="6096001" y="3685032"/>
            <a:ext cx="4648200" cy="2279835"/>
          </a:xfrm>
        </p:spPr>
        <p:txBody>
          <a:bodyPr>
            <a:noAutofit/>
          </a:bodyPr>
          <a:lstStyle>
            <a:lvl1pPr>
              <a:defRPr sz="3600"/>
            </a:lvl1pPr>
          </a:lstStyle>
          <a:p>
            <a:r>
              <a:rPr lang="en-US"/>
              <a:t>Click to edit Master title style</a:t>
            </a:r>
          </a:p>
        </p:txBody>
      </p:sp>
      <p:sp>
        <p:nvSpPr>
          <p:cNvPr id="2" name="Rectangle 1" descr="Yellow-Blue MIS Identity bar">
            <a:extLst>
              <a:ext uri="{FF2B5EF4-FFF2-40B4-BE49-F238E27FC236}">
                <a16:creationId xmlns:a16="http://schemas.microsoft.com/office/drawing/2014/main" id="{4C5C4687-7859-D044-817A-4562925B6B94}"/>
              </a:ext>
              <a:ext uri="{C183D7F6-B498-43B3-948B-1728B52AA6E4}">
                <adec:decorative xmlns:adec="http://schemas.microsoft.com/office/drawing/2017/decorative" val="0"/>
              </a:ext>
            </a:extLst>
          </p:cNvPr>
          <p:cNvSpPr/>
          <p:nvPr userDrawn="1"/>
        </p:nvSpPr>
        <p:spPr bwMode="auto">
          <a:xfrm>
            <a:off x="6096000" y="3318235"/>
            <a:ext cx="6096000" cy="226243"/>
          </a:xfrm>
          <a:prstGeom prst="rect">
            <a:avLst/>
          </a:pr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
        <p:nvSpPr>
          <p:cNvPr id="9" name="Text Placeholder 2">
            <a:extLst>
              <a:ext uri="{FF2B5EF4-FFF2-40B4-BE49-F238E27FC236}">
                <a16:creationId xmlns:a16="http://schemas.microsoft.com/office/drawing/2014/main" id="{C76A859C-B570-764B-AFE5-06D2C1FE23E1}"/>
              </a:ext>
            </a:extLst>
          </p:cNvPr>
          <p:cNvSpPr>
            <a:spLocks noGrp="1"/>
          </p:cNvSpPr>
          <p:nvPr>
            <p:ph type="body" sz="quarter" idx="12" hasCustomPrompt="1"/>
          </p:nvPr>
        </p:nvSpPr>
        <p:spPr>
          <a:xfrm>
            <a:off x="6096000" y="547683"/>
            <a:ext cx="4648200" cy="276999"/>
          </a:xfrm>
        </p:spPr>
        <p:txBody>
          <a:bodyPr/>
          <a:lstStyle>
            <a:lvl1pPr marL="0" indent="0">
              <a:buFontTx/>
              <a:buNone/>
              <a:defRPr sz="1800"/>
            </a:lvl1pPr>
          </a:lstStyle>
          <a:p>
            <a:r>
              <a:rPr lang="en-US"/>
              <a:t>Click to add industry vertical</a:t>
            </a:r>
          </a:p>
        </p:txBody>
      </p:sp>
      <p:pic>
        <p:nvPicPr>
          <p:cNvPr id="7" name="Picture 6" descr="Microsoft logo white text version">
            <a:extLst>
              <a:ext uri="{FF2B5EF4-FFF2-40B4-BE49-F238E27FC236}">
                <a16:creationId xmlns:a16="http://schemas.microsoft.com/office/drawing/2014/main" id="{F47C80E3-9EE8-474B-B460-8FCB659F5EB0}"/>
              </a:ext>
            </a:extLst>
          </p:cNvPr>
          <p:cNvPicPr>
            <a:picLocks noChangeAspect="1"/>
          </p:cNvPicPr>
          <p:nvPr userDrawn="1"/>
        </p:nvPicPr>
        <p:blipFill>
          <a:blip r:embed="rId3"/>
          <a:stretch>
            <a:fillRect/>
          </a:stretch>
        </p:blipFill>
        <p:spPr>
          <a:xfrm>
            <a:off x="126243" y="2759700"/>
            <a:ext cx="2979002" cy="1337764"/>
          </a:xfrm>
          <a:prstGeom prst="rect">
            <a:avLst/>
          </a:prstGeom>
        </p:spPr>
      </p:pic>
    </p:spTree>
    <p:extLst>
      <p:ext uri="{BB962C8B-B14F-4D97-AF65-F5344CB8AC3E}">
        <p14:creationId xmlns:p14="http://schemas.microsoft.com/office/powerpoint/2010/main" val="11972075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6132">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Custom Photo">
    <p:bg>
      <p:bgPr>
        <a:gradFill>
          <a:gsLst>
            <a:gs pos="30000">
              <a:srgbClr val="FFF200"/>
            </a:gs>
            <a:gs pos="60000">
              <a:srgbClr val="61C5BE"/>
            </a:gs>
            <a:gs pos="100000">
              <a:srgbClr val="138DE7"/>
            </a:gs>
          </a:gsLst>
          <a:lin ang="0" scaled="0"/>
        </a:gradFill>
        <a:effectLst/>
      </p:bgPr>
    </p:bg>
    <p:spTree>
      <p:nvGrpSpPr>
        <p:cNvPr id="1" name=""/>
        <p:cNvGrpSpPr/>
        <p:nvPr/>
      </p:nvGrpSpPr>
      <p:grpSpPr>
        <a:xfrm>
          <a:off x="0" y="0"/>
          <a:ext cx="0" cy="0"/>
          <a:chOff x="0" y="0"/>
          <a:chExt cx="0" cy="0"/>
        </a:xfrm>
      </p:grpSpPr>
      <p:sp>
        <p:nvSpPr>
          <p:cNvPr id="12" name="Picture Placeholder 11" descr="A &quot;placeholder&quot; for a picture. Drag or drop your photo here, or click and tap the center to insert a photo">
            <a:extLst>
              <a:ext uri="{FF2B5EF4-FFF2-40B4-BE49-F238E27FC236}">
                <a16:creationId xmlns:a16="http://schemas.microsoft.com/office/drawing/2014/main" id="{D93DA0CF-7C94-974B-B534-D5950EAA6B11}"/>
              </a:ext>
            </a:extLst>
          </p:cNvPr>
          <p:cNvSpPr>
            <a:spLocks noGrp="1"/>
          </p:cNvSpPr>
          <p:nvPr>
            <p:ph type="pic" sz="quarter" idx="13" hasCustomPrompt="1"/>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3312227 h 6858000"/>
              <a:gd name="connsiteX3" fmla="*/ 6096001 w 12192000"/>
              <a:gd name="connsiteY3" fmla="*/ 3312227 h 6858000"/>
              <a:gd name="connsiteX4" fmla="*/ 6096001 w 12192000"/>
              <a:gd name="connsiteY4" fmla="*/ 3540827 h 6858000"/>
              <a:gd name="connsiteX5" fmla="*/ 12192000 w 12192000"/>
              <a:gd name="connsiteY5" fmla="*/ 3540827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0" y="0"/>
                </a:moveTo>
                <a:lnTo>
                  <a:pt x="12192000" y="0"/>
                </a:lnTo>
                <a:lnTo>
                  <a:pt x="12192000" y="3312227"/>
                </a:lnTo>
                <a:lnTo>
                  <a:pt x="6096001" y="3312227"/>
                </a:lnTo>
                <a:lnTo>
                  <a:pt x="6096001" y="3540827"/>
                </a:lnTo>
                <a:lnTo>
                  <a:pt x="12192000" y="3540827"/>
                </a:lnTo>
                <a:lnTo>
                  <a:pt x="12192000" y="6858000"/>
                </a:lnTo>
                <a:lnTo>
                  <a:pt x="0" y="6858000"/>
                </a:lnTo>
                <a:close/>
              </a:path>
            </a:pathLst>
          </a:custGeom>
          <a:solidFill>
            <a:schemeClr val="tx1">
              <a:lumMod val="85000"/>
            </a:schemeClr>
          </a:solidFill>
        </p:spPr>
        <p:txBody>
          <a:bodyPr wrap="square" lIns="0" tIns="0" bIns="914400" anchor="b">
            <a:noAutofit/>
          </a:bodyPr>
          <a:lstStyle>
            <a:lvl1pPr marL="0" indent="0" algn="ctr">
              <a:buNone/>
              <a:defRPr>
                <a:solidFill>
                  <a:schemeClr val="bg1"/>
                </a:solidFill>
              </a:defRPr>
            </a:lvl1pPr>
          </a:lstStyle>
          <a:p>
            <a:r>
              <a:rPr lang="en-US"/>
              <a:t>Click or drag title image photo here,</a:t>
            </a:r>
            <a:br>
              <a:rPr lang="en-US"/>
            </a:br>
            <a:r>
              <a:rPr lang="en-US"/>
              <a:t>then send to back</a:t>
            </a:r>
          </a:p>
        </p:txBody>
      </p:sp>
      <p:sp>
        <p:nvSpPr>
          <p:cNvPr id="26" name="object 7">
            <a:extLst>
              <a:ext uri="{FF2B5EF4-FFF2-40B4-BE49-F238E27FC236}">
                <a16:creationId xmlns:a16="http://schemas.microsoft.com/office/drawing/2014/main" id="{5C377DE8-25C3-2A44-BE5D-8E3D6DDD3E0D}"/>
              </a:ext>
            </a:extLst>
          </p:cNvPr>
          <p:cNvSpPr txBox="1">
            <a:spLocks noGrp="1"/>
          </p:cNvSpPr>
          <p:nvPr>
            <p:ph type="title"/>
          </p:nvPr>
        </p:nvSpPr>
        <p:spPr>
          <a:xfrm>
            <a:off x="6096000" y="3687055"/>
            <a:ext cx="4648200" cy="2027945"/>
          </a:xfrm>
          <a:prstGeom prst="rect">
            <a:avLst/>
          </a:prstGeom>
        </p:spPr>
        <p:txBody>
          <a:bodyPr vert="horz" wrap="square" lIns="0" tIns="12700" rIns="0" bIns="0" rtlCol="0">
            <a:noAutofit/>
          </a:bodyPr>
          <a:lstStyle>
            <a:lvl1pPr marL="0" algn="l">
              <a:spcBef>
                <a:spcPts val="0"/>
              </a:spcBef>
              <a:defRPr sz="2400" b="1" i="0">
                <a:latin typeface="Segoe UI Semibold" panose="020B0502040204020203" pitchFamily="34" charset="0"/>
                <a:cs typeface="Segoe UI Semibold" panose="020B0502040204020203" pitchFamily="34" charset="0"/>
              </a:defRPr>
            </a:lvl1pPr>
          </a:lstStyle>
          <a:p>
            <a:pPr marL="12700">
              <a:lnSpc>
                <a:spcPct val="100000"/>
              </a:lnSpc>
              <a:spcBef>
                <a:spcPts val="100"/>
              </a:spcBef>
            </a:pPr>
            <a:r>
              <a:rPr lang="en-US" sz="2500">
                <a:latin typeface="SegoePro-Semibold"/>
              </a:rPr>
              <a:t>Click to edit Master title style</a:t>
            </a:r>
            <a:endParaRPr sz="2500">
              <a:latin typeface="SegoePro-Semibold"/>
              <a:cs typeface="SegoePro-Semibold"/>
            </a:endParaRPr>
          </a:p>
        </p:txBody>
      </p:sp>
      <p:sp>
        <p:nvSpPr>
          <p:cNvPr id="9" name="Text Placeholder 2">
            <a:extLst>
              <a:ext uri="{FF2B5EF4-FFF2-40B4-BE49-F238E27FC236}">
                <a16:creationId xmlns:a16="http://schemas.microsoft.com/office/drawing/2014/main" id="{C76A859C-B570-764B-AFE5-06D2C1FE23E1}"/>
              </a:ext>
            </a:extLst>
          </p:cNvPr>
          <p:cNvSpPr>
            <a:spLocks noGrp="1"/>
          </p:cNvSpPr>
          <p:nvPr>
            <p:ph type="body" sz="quarter" idx="12" hasCustomPrompt="1"/>
          </p:nvPr>
        </p:nvSpPr>
        <p:spPr>
          <a:xfrm>
            <a:off x="6096000" y="547683"/>
            <a:ext cx="4648200" cy="276999"/>
          </a:xfrm>
        </p:spPr>
        <p:txBody>
          <a:bodyPr/>
          <a:lstStyle>
            <a:lvl1pPr marL="0" indent="0">
              <a:buFontTx/>
              <a:buNone/>
              <a:defRPr sz="1800"/>
            </a:lvl1pPr>
          </a:lstStyle>
          <a:p>
            <a:r>
              <a:rPr lang="en-US"/>
              <a:t>Click to add industry vertical</a:t>
            </a:r>
          </a:p>
        </p:txBody>
      </p:sp>
      <p:sp>
        <p:nvSpPr>
          <p:cNvPr id="4" name="Picture Placeholder 3" descr="Placeholder for Microsoft logo">
            <a:extLst>
              <a:ext uri="{FF2B5EF4-FFF2-40B4-BE49-F238E27FC236}">
                <a16:creationId xmlns:a16="http://schemas.microsoft.com/office/drawing/2014/main" id="{04E0CD73-8A4B-D34F-9430-FDE7EE4AAD29}"/>
              </a:ext>
            </a:extLst>
          </p:cNvPr>
          <p:cNvSpPr>
            <a:spLocks noGrp="1"/>
          </p:cNvSpPr>
          <p:nvPr>
            <p:ph type="pic" sz="quarter" idx="10" hasCustomPrompt="1"/>
          </p:nvPr>
        </p:nvSpPr>
        <p:spPr>
          <a:xfrm>
            <a:off x="126243" y="2711658"/>
            <a:ext cx="2979002" cy="1439781"/>
          </a:xfrm>
        </p:spPr>
        <p:txBody>
          <a:bodyPr bIns="640080" anchor="ctr">
            <a:noAutofit/>
          </a:bodyPr>
          <a:lstStyle>
            <a:lvl1pPr marL="0" indent="0" algn="ctr">
              <a:buNone/>
              <a:defRPr sz="1600"/>
            </a:lvl1pPr>
          </a:lstStyle>
          <a:p>
            <a:r>
              <a:rPr lang="en-US"/>
              <a:t>Insert Microsoft logo here</a:t>
            </a:r>
          </a:p>
        </p:txBody>
      </p:sp>
    </p:spTree>
    <p:extLst>
      <p:ext uri="{BB962C8B-B14F-4D97-AF65-F5344CB8AC3E}">
        <p14:creationId xmlns:p14="http://schemas.microsoft.com/office/powerpoint/2010/main" val="360928730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6132">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genda / TOC 1">
    <p:bg>
      <p:bgPr>
        <a:gradFill>
          <a:gsLst>
            <a:gs pos="30000">
              <a:srgbClr val="FFF200"/>
            </a:gs>
            <a:gs pos="60000">
              <a:srgbClr val="61C5BE"/>
            </a:gs>
            <a:gs pos="100000">
              <a:srgbClr val="138DE7"/>
            </a:gs>
          </a:gsLst>
          <a:lin ang="0" scaled="0"/>
        </a:gradFill>
        <a:effectLst/>
      </p:bgPr>
    </p:bg>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2F3FA3EA-F1BD-43CD-A5BE-1E3BDE32C0A7}"/>
              </a:ext>
              <a:ext uri="{C183D7F6-B498-43B3-948B-1728B52AA6E4}">
                <adec:decorative xmlns:adec="http://schemas.microsoft.com/office/drawing/2017/decorative" val="1"/>
              </a:ext>
            </a:extLst>
          </p:cNvPr>
          <p:cNvSpPr/>
          <p:nvPr userDrawn="1"/>
        </p:nvSpPr>
        <p:spPr bwMode="auto">
          <a:xfrm>
            <a:off x="114301" y="110883"/>
            <a:ext cx="11963399" cy="6636234"/>
          </a:xfrm>
          <a:custGeom>
            <a:avLst/>
            <a:gdLst>
              <a:gd name="connsiteX0" fmla="*/ 0 w 11963399"/>
              <a:gd name="connsiteY0" fmla="*/ 0 h 6636234"/>
              <a:gd name="connsiteX1" fmla="*/ 11963399 w 11963399"/>
              <a:gd name="connsiteY1" fmla="*/ 0 h 6636234"/>
              <a:gd name="connsiteX2" fmla="*/ 11963399 w 11963399"/>
              <a:gd name="connsiteY2" fmla="*/ 6636234 h 6636234"/>
              <a:gd name="connsiteX3" fmla="*/ 0 w 11963399"/>
              <a:gd name="connsiteY3" fmla="*/ 6636234 h 6636234"/>
            </a:gdLst>
            <a:ahLst/>
            <a:cxnLst>
              <a:cxn ang="0">
                <a:pos x="connsiteX0" y="connsiteY0"/>
              </a:cxn>
              <a:cxn ang="0">
                <a:pos x="connsiteX1" y="connsiteY1"/>
              </a:cxn>
              <a:cxn ang="0">
                <a:pos x="connsiteX2" y="connsiteY2"/>
              </a:cxn>
              <a:cxn ang="0">
                <a:pos x="connsiteX3" y="connsiteY3"/>
              </a:cxn>
            </a:cxnLst>
            <a:rect l="l" t="t" r="r" b="b"/>
            <a:pathLst>
              <a:path w="11963399" h="6636234">
                <a:moveTo>
                  <a:pt x="0" y="0"/>
                </a:moveTo>
                <a:lnTo>
                  <a:pt x="11963399" y="0"/>
                </a:lnTo>
                <a:lnTo>
                  <a:pt x="11963399" y="6636234"/>
                </a:lnTo>
                <a:lnTo>
                  <a:pt x="0" y="6636234"/>
                </a:lnTo>
                <a:close/>
              </a:path>
            </a:pathLst>
          </a:custGeom>
          <a:solidFill>
            <a:schemeClr val="bg1"/>
          </a:solidFill>
        </p:spPr>
        <p:txBody>
          <a:bodyPr wrap="square" lIns="0" tIns="0" rIns="0" bIns="0" rtlCol="0"/>
          <a:lstStyle/>
          <a:p>
            <a:pPr lvl="0"/>
            <a:endParaRPr lang="en-US" err="1">
              <a:solidFill>
                <a:schemeClr val="tx1"/>
              </a:solidFill>
            </a:endParaRPr>
          </a:p>
        </p:txBody>
      </p:sp>
      <p:sp>
        <p:nvSpPr>
          <p:cNvPr id="7" name="object 3">
            <a:extLst>
              <a:ext uri="{FF2B5EF4-FFF2-40B4-BE49-F238E27FC236}">
                <a16:creationId xmlns:a16="http://schemas.microsoft.com/office/drawing/2014/main" id="{C3CF180B-5A62-4265-B3EF-1A8A4659C8DB}"/>
              </a:ext>
              <a:ext uri="{C183D7F6-B498-43B3-948B-1728B52AA6E4}">
                <adec:decorative xmlns:adec="http://schemas.microsoft.com/office/drawing/2017/decorative" val="1"/>
              </a:ext>
            </a:extLst>
          </p:cNvPr>
          <p:cNvSpPr/>
          <p:nvPr userDrawn="1"/>
        </p:nvSpPr>
        <p:spPr>
          <a:xfrm>
            <a:off x="114300" y="110883"/>
            <a:ext cx="3657595" cy="6629400"/>
          </a:xfrm>
          <a:custGeom>
            <a:avLst/>
            <a:gdLst/>
            <a:ahLst/>
            <a:cxnLst/>
            <a:rect l="l" t="t" r="r" b="b"/>
            <a:pathLst>
              <a:path w="11734800" h="6400800">
                <a:moveTo>
                  <a:pt x="11734800" y="0"/>
                </a:moveTo>
                <a:lnTo>
                  <a:pt x="0" y="0"/>
                </a:lnTo>
                <a:lnTo>
                  <a:pt x="0" y="6400800"/>
                </a:lnTo>
                <a:lnTo>
                  <a:pt x="11734800" y="6400800"/>
                </a:lnTo>
                <a:lnTo>
                  <a:pt x="11734800" y="0"/>
                </a:lnTo>
                <a:close/>
              </a:path>
            </a:pathLst>
          </a:custGeom>
          <a:solidFill>
            <a:schemeClr val="bg1">
              <a:lumMod val="95000"/>
            </a:schemeClr>
          </a:solidFill>
        </p:spPr>
        <p:txBody>
          <a:bodyPr wrap="square" lIns="0" tIns="0" rIns="0" bIns="0" rtlCol="0"/>
          <a:lstStyle/>
          <a:p>
            <a:endParaRPr/>
          </a:p>
        </p:txBody>
      </p:sp>
      <p:sp>
        <p:nvSpPr>
          <p:cNvPr id="2" name="Title 1">
            <a:extLst>
              <a:ext uri="{FF2B5EF4-FFF2-40B4-BE49-F238E27FC236}">
                <a16:creationId xmlns:a16="http://schemas.microsoft.com/office/drawing/2014/main" id="{A35F15E4-EAF0-1442-8BC9-542BB45A77DE}"/>
              </a:ext>
            </a:extLst>
          </p:cNvPr>
          <p:cNvSpPr>
            <a:spLocks noGrp="1"/>
          </p:cNvSpPr>
          <p:nvPr>
            <p:ph type="title"/>
          </p:nvPr>
        </p:nvSpPr>
        <p:spPr>
          <a:xfrm>
            <a:off x="381000" y="2846000"/>
            <a:ext cx="3390897" cy="1143635"/>
          </a:xfrm>
        </p:spPr>
        <p:txBody>
          <a:bodyPr lIns="91440" rIns="91440" anchor="ctr">
            <a:noAutofit/>
          </a:bodyPr>
          <a:lstStyle>
            <a:lvl1pPr algn="ctr" defTabSz="932742" rtl="0" eaLnBrk="1" latinLnBrk="0" hangingPunct="1">
              <a:lnSpc>
                <a:spcPct val="100000"/>
              </a:lnSpc>
              <a:spcBef>
                <a:spcPts val="100"/>
              </a:spcBef>
              <a:buNone/>
              <a:defRPr lang="en-US" sz="3600" b="0" i="0" kern="1200" spc="-70" dirty="0">
                <a:solidFill>
                  <a:schemeClr val="tx1"/>
                </a:solidFill>
                <a:latin typeface="+mj-lt"/>
                <a:ea typeface="+mn-ea"/>
                <a:cs typeface="Segoe UI" panose="020B0502040204020203" pitchFamily="34" charset="0"/>
              </a:defRPr>
            </a:lvl1pPr>
          </a:lstStyle>
          <a:p>
            <a:r>
              <a:rPr lang="en-US"/>
              <a:t>Click to edit Master title style</a:t>
            </a:r>
          </a:p>
        </p:txBody>
      </p:sp>
      <p:cxnSp>
        <p:nvCxnSpPr>
          <p:cNvPr id="14" name="Straight Connector 13">
            <a:extLst>
              <a:ext uri="{FF2B5EF4-FFF2-40B4-BE49-F238E27FC236}">
                <a16:creationId xmlns:a16="http://schemas.microsoft.com/office/drawing/2014/main" id="{464F312F-8D1B-264A-8F1B-55AEF5DF9923}"/>
              </a:ext>
              <a:ext uri="{C183D7F6-B498-43B3-948B-1728B52AA6E4}">
                <adec:decorative xmlns:adec="http://schemas.microsoft.com/office/drawing/2017/decorative" val="1"/>
              </a:ext>
            </a:extLst>
          </p:cNvPr>
          <p:cNvCxnSpPr/>
          <p:nvPr userDrawn="1"/>
        </p:nvCxnSpPr>
        <p:spPr>
          <a:xfrm>
            <a:off x="4305298" y="1623515"/>
            <a:ext cx="0" cy="3583304"/>
          </a:xfrm>
          <a:prstGeom prst="line">
            <a:avLst/>
          </a:prstGeom>
          <a:ln w="25400" cap="sq">
            <a:gradFill flip="none" rotWithShape="1">
              <a:gsLst>
                <a:gs pos="60000">
                  <a:srgbClr val="61C5BE"/>
                </a:gs>
                <a:gs pos="29000">
                  <a:srgbClr val="FFF200"/>
                </a:gs>
                <a:gs pos="100000">
                  <a:schemeClr val="accent5"/>
                </a:gs>
              </a:gsLst>
              <a:lin ang="5400000" scaled="1"/>
              <a:tileRect/>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2" name="Text Placeholder 11">
            <a:extLst>
              <a:ext uri="{FF2B5EF4-FFF2-40B4-BE49-F238E27FC236}">
                <a16:creationId xmlns:a16="http://schemas.microsoft.com/office/drawing/2014/main" id="{2D441864-0043-CE41-A59F-708B3BC04D02}"/>
              </a:ext>
            </a:extLst>
          </p:cNvPr>
          <p:cNvSpPr>
            <a:spLocks noGrp="1"/>
          </p:cNvSpPr>
          <p:nvPr>
            <p:ph type="body" sz="quarter" idx="11"/>
          </p:nvPr>
        </p:nvSpPr>
        <p:spPr>
          <a:xfrm>
            <a:off x="4838700" y="2286000"/>
            <a:ext cx="6473825" cy="2286000"/>
          </a:xfrm>
        </p:spPr>
        <p:txBody>
          <a:bodyPr anchor="ctr">
            <a:noAutofit/>
          </a:bodyPr>
          <a:lstStyle>
            <a:lvl1pPr marL="0" indent="0">
              <a:spcBef>
                <a:spcPts val="1200"/>
              </a:spcBef>
              <a:spcAft>
                <a:spcPts val="600"/>
              </a:spcAft>
              <a:buNone/>
              <a:tabLst>
                <a:tab pos="563563" algn="l"/>
              </a:tabLst>
              <a:defRPr lang="en-US" sz="2400" b="0" i="0" kern="1200" spc="-5" baseline="0" dirty="0" smtClean="0">
                <a:solidFill>
                  <a:srgbClr val="231F20"/>
                </a:solidFill>
                <a:latin typeface="Segoe UI" panose="020B0502040204020203" pitchFamily="34" charset="0"/>
                <a:ea typeface="+mn-ea"/>
                <a:cs typeface="Segoe UI" panose="020B0502040204020203" pitchFamily="34" charset="0"/>
              </a:defRPr>
            </a:lvl1pPr>
            <a:lvl2pPr marL="12066" indent="0">
              <a:buFontTx/>
              <a:buNone/>
              <a:tabLst>
                <a:tab pos="444500" algn="l"/>
              </a:tabLst>
              <a:defRPr lang="en-US" sz="2400" kern="1200" spc="0" baseline="0" dirty="0" smtClean="0">
                <a:solidFill>
                  <a:srgbClr val="231F20"/>
                </a:solidFill>
                <a:latin typeface="Segoe Pro"/>
                <a:ea typeface="+mn-ea"/>
                <a:cs typeface="Segoe Pro"/>
              </a:defRPr>
            </a:lvl2pPr>
          </a:lstStyle>
          <a:p>
            <a:pPr marL="342900" marR="0" lvl="0" indent="-342900" algn="l" defTabSz="932742" rtl="0" eaLnBrk="1" fontAlgn="auto" latinLnBrk="0" hangingPunct="1">
              <a:lnSpc>
                <a:spcPct val="100000"/>
              </a:lnSpc>
              <a:spcBef>
                <a:spcPct val="20000"/>
              </a:spcBef>
              <a:spcAft>
                <a:spcPts val="0"/>
              </a:spcAft>
              <a:buClrTx/>
              <a:buSzPct val="90000"/>
              <a:tabLst/>
            </a:pPr>
            <a:r>
              <a:rPr lang="en-US"/>
              <a:t>Click to edit Master text styles</a:t>
            </a:r>
          </a:p>
        </p:txBody>
      </p:sp>
    </p:spTree>
    <p:extLst>
      <p:ext uri="{BB962C8B-B14F-4D97-AF65-F5344CB8AC3E}">
        <p14:creationId xmlns:p14="http://schemas.microsoft.com/office/powerpoint/2010/main" val="922902982"/>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genda / TOC 2">
    <p:bg>
      <p:bgPr>
        <a:gradFill>
          <a:gsLst>
            <a:gs pos="30000">
              <a:srgbClr val="FFF200"/>
            </a:gs>
            <a:gs pos="60000">
              <a:srgbClr val="61C5BE"/>
            </a:gs>
            <a:gs pos="100000">
              <a:srgbClr val="138DE7"/>
            </a:gs>
          </a:gsLst>
          <a:lin ang="0" scaled="0"/>
        </a:gra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337E9A7E-E949-4BDF-9F8E-19AAE85E3649}"/>
              </a:ext>
              <a:ext uri="{C183D7F6-B498-43B3-948B-1728B52AA6E4}">
                <adec:decorative xmlns:adec="http://schemas.microsoft.com/office/drawing/2017/decorative" val="1"/>
              </a:ext>
            </a:extLst>
          </p:cNvPr>
          <p:cNvSpPr/>
          <p:nvPr userDrawn="1"/>
        </p:nvSpPr>
        <p:spPr bwMode="auto">
          <a:xfrm>
            <a:off x="114301" y="110883"/>
            <a:ext cx="11963399" cy="6636234"/>
          </a:xfrm>
          <a:custGeom>
            <a:avLst/>
            <a:gdLst>
              <a:gd name="connsiteX0" fmla="*/ 0 w 11963399"/>
              <a:gd name="connsiteY0" fmla="*/ 0 h 6636234"/>
              <a:gd name="connsiteX1" fmla="*/ 11963399 w 11963399"/>
              <a:gd name="connsiteY1" fmla="*/ 0 h 6636234"/>
              <a:gd name="connsiteX2" fmla="*/ 11963399 w 11963399"/>
              <a:gd name="connsiteY2" fmla="*/ 6636234 h 6636234"/>
              <a:gd name="connsiteX3" fmla="*/ 0 w 11963399"/>
              <a:gd name="connsiteY3" fmla="*/ 6636234 h 6636234"/>
            </a:gdLst>
            <a:ahLst/>
            <a:cxnLst>
              <a:cxn ang="0">
                <a:pos x="connsiteX0" y="connsiteY0"/>
              </a:cxn>
              <a:cxn ang="0">
                <a:pos x="connsiteX1" y="connsiteY1"/>
              </a:cxn>
              <a:cxn ang="0">
                <a:pos x="connsiteX2" y="connsiteY2"/>
              </a:cxn>
              <a:cxn ang="0">
                <a:pos x="connsiteX3" y="connsiteY3"/>
              </a:cxn>
            </a:cxnLst>
            <a:rect l="l" t="t" r="r" b="b"/>
            <a:pathLst>
              <a:path w="11963399" h="6636234">
                <a:moveTo>
                  <a:pt x="0" y="0"/>
                </a:moveTo>
                <a:lnTo>
                  <a:pt x="11963399" y="0"/>
                </a:lnTo>
                <a:lnTo>
                  <a:pt x="11963399" y="6636234"/>
                </a:lnTo>
                <a:lnTo>
                  <a:pt x="0" y="6636234"/>
                </a:lnTo>
                <a:close/>
              </a:path>
            </a:pathLst>
          </a:custGeom>
          <a:solidFill>
            <a:schemeClr val="bg1"/>
          </a:solidFill>
        </p:spPr>
        <p:txBody>
          <a:bodyPr wrap="square" lIns="0" tIns="0" rIns="0" bIns="0" rtlCol="0"/>
          <a:lstStyle/>
          <a:p>
            <a:pPr lvl="0"/>
            <a:endParaRPr lang="en-US" err="1">
              <a:solidFill>
                <a:schemeClr val="tx1"/>
              </a:solidFill>
            </a:endParaRPr>
          </a:p>
        </p:txBody>
      </p:sp>
      <p:sp>
        <p:nvSpPr>
          <p:cNvPr id="6" name="object 3">
            <a:extLst>
              <a:ext uri="{FF2B5EF4-FFF2-40B4-BE49-F238E27FC236}">
                <a16:creationId xmlns:a16="http://schemas.microsoft.com/office/drawing/2014/main" id="{C4791C8D-0604-4426-BFFB-594625EA22E2}"/>
              </a:ext>
              <a:ext uri="{C183D7F6-B498-43B3-948B-1728B52AA6E4}">
                <adec:decorative xmlns:adec="http://schemas.microsoft.com/office/drawing/2017/decorative" val="1"/>
              </a:ext>
            </a:extLst>
          </p:cNvPr>
          <p:cNvSpPr/>
          <p:nvPr userDrawn="1"/>
        </p:nvSpPr>
        <p:spPr>
          <a:xfrm>
            <a:off x="114300" y="110883"/>
            <a:ext cx="3657595" cy="6629400"/>
          </a:xfrm>
          <a:custGeom>
            <a:avLst/>
            <a:gdLst/>
            <a:ahLst/>
            <a:cxnLst/>
            <a:rect l="l" t="t" r="r" b="b"/>
            <a:pathLst>
              <a:path w="11734800" h="6400800">
                <a:moveTo>
                  <a:pt x="11734800" y="0"/>
                </a:moveTo>
                <a:lnTo>
                  <a:pt x="0" y="0"/>
                </a:lnTo>
                <a:lnTo>
                  <a:pt x="0" y="6400800"/>
                </a:lnTo>
                <a:lnTo>
                  <a:pt x="11734800" y="6400800"/>
                </a:lnTo>
                <a:lnTo>
                  <a:pt x="11734800" y="0"/>
                </a:lnTo>
                <a:close/>
              </a:path>
            </a:pathLst>
          </a:custGeom>
          <a:solidFill>
            <a:schemeClr val="bg1">
              <a:lumMod val="95000"/>
            </a:schemeClr>
          </a:solidFill>
        </p:spPr>
        <p:txBody>
          <a:bodyPr wrap="square" lIns="0" tIns="0" rIns="0" bIns="0" rtlCol="0"/>
          <a:lstStyle/>
          <a:p>
            <a:endParaRPr/>
          </a:p>
        </p:txBody>
      </p:sp>
      <p:sp>
        <p:nvSpPr>
          <p:cNvPr id="2" name="Title 1">
            <a:extLst>
              <a:ext uri="{FF2B5EF4-FFF2-40B4-BE49-F238E27FC236}">
                <a16:creationId xmlns:a16="http://schemas.microsoft.com/office/drawing/2014/main" id="{A35F15E4-EAF0-1442-8BC9-542BB45A77DE}"/>
              </a:ext>
            </a:extLst>
          </p:cNvPr>
          <p:cNvSpPr>
            <a:spLocks noGrp="1"/>
          </p:cNvSpPr>
          <p:nvPr>
            <p:ph type="title"/>
          </p:nvPr>
        </p:nvSpPr>
        <p:spPr>
          <a:xfrm>
            <a:off x="381000" y="2846000"/>
            <a:ext cx="3390897" cy="1143635"/>
          </a:xfrm>
        </p:spPr>
        <p:txBody>
          <a:bodyPr lIns="91440" rIns="91440" anchor="ctr">
            <a:noAutofit/>
          </a:bodyPr>
          <a:lstStyle>
            <a:lvl1pPr algn="ctr" defTabSz="932742" rtl="0" eaLnBrk="1" latinLnBrk="0" hangingPunct="1">
              <a:lnSpc>
                <a:spcPct val="100000"/>
              </a:lnSpc>
              <a:spcBef>
                <a:spcPts val="100"/>
              </a:spcBef>
              <a:buNone/>
              <a:defRPr lang="en-US" sz="3600" b="0" i="0" kern="1200" spc="-70" dirty="0">
                <a:solidFill>
                  <a:schemeClr val="tx1"/>
                </a:solidFill>
                <a:latin typeface="+mj-lt"/>
                <a:ea typeface="+mn-ea"/>
                <a:cs typeface="Segoe UI" panose="020B0502040204020203" pitchFamily="34" charset="0"/>
              </a:defRPr>
            </a:lvl1pPr>
          </a:lstStyle>
          <a:p>
            <a:r>
              <a:rPr lang="en-US"/>
              <a:t>Click to edit Master title style</a:t>
            </a:r>
          </a:p>
        </p:txBody>
      </p:sp>
      <p:sp>
        <p:nvSpPr>
          <p:cNvPr id="12" name="Text Placeholder 11">
            <a:extLst>
              <a:ext uri="{FF2B5EF4-FFF2-40B4-BE49-F238E27FC236}">
                <a16:creationId xmlns:a16="http://schemas.microsoft.com/office/drawing/2014/main" id="{2D441864-0043-CE41-A59F-708B3BC04D02}"/>
              </a:ext>
            </a:extLst>
          </p:cNvPr>
          <p:cNvSpPr>
            <a:spLocks noGrp="1"/>
          </p:cNvSpPr>
          <p:nvPr>
            <p:ph type="body" sz="quarter" idx="11"/>
          </p:nvPr>
        </p:nvSpPr>
        <p:spPr>
          <a:xfrm>
            <a:off x="4364610" y="2286000"/>
            <a:ext cx="6947915" cy="2286000"/>
          </a:xfrm>
        </p:spPr>
        <p:txBody>
          <a:bodyPr anchor="ctr">
            <a:noAutofit/>
          </a:bodyPr>
          <a:lstStyle>
            <a:lvl1pPr marL="0" indent="0">
              <a:spcBef>
                <a:spcPts val="1200"/>
              </a:spcBef>
              <a:spcAft>
                <a:spcPts val="1200"/>
              </a:spcAft>
              <a:buNone/>
              <a:tabLst>
                <a:tab pos="563563" algn="l"/>
              </a:tabLst>
              <a:defRPr lang="en-US" sz="2400" b="0" i="0" kern="1200" spc="-5" baseline="0" dirty="0" smtClean="0">
                <a:solidFill>
                  <a:srgbClr val="231F20"/>
                </a:solidFill>
                <a:latin typeface="Segoe UI" panose="020B0502040204020203" pitchFamily="34" charset="0"/>
                <a:ea typeface="+mn-ea"/>
                <a:cs typeface="Segoe UI" panose="020B0502040204020203" pitchFamily="34" charset="0"/>
              </a:defRPr>
            </a:lvl1pPr>
            <a:lvl2pPr marL="12066" indent="0">
              <a:buFontTx/>
              <a:buNone/>
              <a:tabLst>
                <a:tab pos="444500" algn="l"/>
              </a:tabLst>
              <a:defRPr lang="en-US" sz="2400" kern="1200" spc="0" baseline="0" dirty="0" smtClean="0">
                <a:solidFill>
                  <a:srgbClr val="231F20"/>
                </a:solidFill>
                <a:latin typeface="Segoe Pro"/>
                <a:ea typeface="+mn-ea"/>
                <a:cs typeface="Segoe Pro"/>
              </a:defRPr>
            </a:lvl2pPr>
          </a:lstStyle>
          <a:p>
            <a:pPr marL="342900" marR="0" lvl="0" indent="-342900" algn="l" defTabSz="932742" rtl="0" eaLnBrk="1" fontAlgn="auto" latinLnBrk="0" hangingPunct="1">
              <a:lnSpc>
                <a:spcPct val="100000"/>
              </a:lnSpc>
              <a:spcBef>
                <a:spcPct val="20000"/>
              </a:spcBef>
              <a:spcAft>
                <a:spcPts val="0"/>
              </a:spcAft>
              <a:buClrTx/>
              <a:buSzPct val="90000"/>
              <a:tabLst/>
            </a:pPr>
            <a:r>
              <a:rPr lang="en-US"/>
              <a:t>Click to edit Master text styles</a:t>
            </a:r>
          </a:p>
        </p:txBody>
      </p:sp>
    </p:spTree>
    <p:extLst>
      <p:ext uri="{BB962C8B-B14F-4D97-AF65-F5344CB8AC3E}">
        <p14:creationId xmlns:p14="http://schemas.microsoft.com/office/powerpoint/2010/main" val="2488804825"/>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Intro">
    <p:bg>
      <p:bgPr>
        <a:solidFill>
          <a:schemeClr val="bg1"/>
        </a:solidFill>
        <a:effectLst/>
      </p:bgPr>
    </p:bg>
    <p:spTree>
      <p:nvGrpSpPr>
        <p:cNvPr id="1" name=""/>
        <p:cNvGrpSpPr/>
        <p:nvPr/>
      </p:nvGrpSpPr>
      <p:grpSpPr>
        <a:xfrm>
          <a:off x="0" y="0"/>
          <a:ext cx="0" cy="0"/>
          <a:chOff x="0" y="0"/>
          <a:chExt cx="0" cy="0"/>
        </a:xfrm>
      </p:grpSpPr>
      <p:sp>
        <p:nvSpPr>
          <p:cNvPr id="21" name="Title 1">
            <a:extLst>
              <a:ext uri="{FF2B5EF4-FFF2-40B4-BE49-F238E27FC236}">
                <a16:creationId xmlns:a16="http://schemas.microsoft.com/office/drawing/2014/main" id="{1B9F9133-F527-AE49-A65B-D6088874CB9C}"/>
              </a:ext>
            </a:extLst>
          </p:cNvPr>
          <p:cNvSpPr>
            <a:spLocks noGrp="1"/>
          </p:cNvSpPr>
          <p:nvPr>
            <p:ph type="title"/>
          </p:nvPr>
        </p:nvSpPr>
        <p:spPr>
          <a:xfrm>
            <a:off x="1447800" y="2589750"/>
            <a:ext cx="2922312" cy="1678499"/>
          </a:xfrm>
        </p:spPr>
        <p:txBody>
          <a:bodyPr anchor="ctr">
            <a:noAutofit/>
          </a:bodyPr>
          <a:lstStyle>
            <a:lvl1pPr algn="l" defTabSz="932742" rtl="0" eaLnBrk="1" latinLnBrk="0" hangingPunct="1">
              <a:lnSpc>
                <a:spcPct val="100000"/>
              </a:lnSpc>
              <a:spcBef>
                <a:spcPts val="100"/>
              </a:spcBef>
              <a:buNone/>
              <a:defRPr lang="en-US" sz="3650" b="0" i="0" kern="1200" spc="-70" dirty="0">
                <a:solidFill>
                  <a:schemeClr val="tx1"/>
                </a:solidFill>
                <a:latin typeface="Segoe UI" panose="020B0502040204020203" pitchFamily="34" charset="0"/>
                <a:ea typeface="+mn-ea"/>
                <a:cs typeface="Segoe UI" panose="020B0502040204020203" pitchFamily="34" charset="0"/>
              </a:defRPr>
            </a:lvl1pPr>
          </a:lstStyle>
          <a:p>
            <a:r>
              <a:rPr lang="en-US"/>
              <a:t>Click to edit Master title style</a:t>
            </a:r>
          </a:p>
        </p:txBody>
      </p:sp>
      <p:cxnSp>
        <p:nvCxnSpPr>
          <p:cNvPr id="22" name="Straight Connector 21">
            <a:extLst>
              <a:ext uri="{FF2B5EF4-FFF2-40B4-BE49-F238E27FC236}">
                <a16:creationId xmlns:a16="http://schemas.microsoft.com/office/drawing/2014/main" id="{2C99CFEC-FA41-4E48-B62D-DF7F3F5EDD93}"/>
              </a:ext>
              <a:ext uri="{C183D7F6-B498-43B3-948B-1728B52AA6E4}">
                <adec:decorative xmlns:adec="http://schemas.microsoft.com/office/drawing/2017/decorative" val="1"/>
              </a:ext>
            </a:extLst>
          </p:cNvPr>
          <p:cNvCxnSpPr/>
          <p:nvPr userDrawn="1"/>
        </p:nvCxnSpPr>
        <p:spPr>
          <a:xfrm>
            <a:off x="3640580" y="1623515"/>
            <a:ext cx="0" cy="3583304"/>
          </a:xfrm>
          <a:prstGeom prst="line">
            <a:avLst/>
          </a:prstGeom>
          <a:ln w="25400" cap="sq">
            <a:gradFill flip="none" rotWithShape="1">
              <a:gsLst>
                <a:gs pos="60000">
                  <a:srgbClr val="61C5BE"/>
                </a:gs>
                <a:gs pos="29000">
                  <a:srgbClr val="FFF200"/>
                </a:gs>
                <a:gs pos="100000">
                  <a:schemeClr val="accent5"/>
                </a:gs>
              </a:gsLst>
              <a:lin ang="5400000" scaled="1"/>
              <a:tileRect/>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0" name="Text Placeholder 11">
            <a:extLst>
              <a:ext uri="{FF2B5EF4-FFF2-40B4-BE49-F238E27FC236}">
                <a16:creationId xmlns:a16="http://schemas.microsoft.com/office/drawing/2014/main" id="{E976667D-1E79-2347-B1F1-AA5C0C400A79}"/>
              </a:ext>
            </a:extLst>
          </p:cNvPr>
          <p:cNvSpPr>
            <a:spLocks noGrp="1"/>
          </p:cNvSpPr>
          <p:nvPr>
            <p:ph type="body" sz="quarter" idx="11"/>
          </p:nvPr>
        </p:nvSpPr>
        <p:spPr>
          <a:xfrm>
            <a:off x="6096000" y="2255380"/>
            <a:ext cx="5216525" cy="2347240"/>
          </a:xfrm>
        </p:spPr>
        <p:txBody>
          <a:bodyPr anchor="ctr">
            <a:noAutofit/>
          </a:bodyPr>
          <a:lstStyle>
            <a:lvl1pPr>
              <a:lnSpc>
                <a:spcPct val="100000"/>
              </a:lnSpc>
              <a:spcBef>
                <a:spcPts val="600"/>
              </a:spcBef>
              <a:defRPr lang="en-US" sz="2400" b="0" i="0" kern="1200" spc="-5" baseline="0" dirty="0" smtClean="0">
                <a:solidFill>
                  <a:schemeClr val="tx1"/>
                </a:solidFill>
                <a:latin typeface="Segoe UI" panose="020B0502040204020203" pitchFamily="34" charset="0"/>
                <a:ea typeface="+mn-ea"/>
                <a:cs typeface="Segoe UI" panose="020B0502040204020203" pitchFamily="34" charset="0"/>
              </a:defRPr>
            </a:lvl1pPr>
            <a:lvl2pPr marL="469266" indent="-457200">
              <a:lnSpc>
                <a:spcPct val="100000"/>
              </a:lnSpc>
              <a:spcBef>
                <a:spcPts val="100"/>
              </a:spcBef>
              <a:buFont typeface="+mj-lt"/>
              <a:buAutoNum type="arabicPeriod"/>
              <a:tabLst>
                <a:tab pos="444500" algn="l"/>
              </a:tabLst>
              <a:defRPr lang="en-US" sz="2400" kern="1200" spc="0" baseline="0" dirty="0" smtClean="0">
                <a:solidFill>
                  <a:schemeClr val="bg1"/>
                </a:solidFill>
                <a:latin typeface="Segoe Pro"/>
                <a:ea typeface="+mn-ea"/>
                <a:cs typeface="Segoe Pro"/>
              </a:defRPr>
            </a:lvl2pPr>
          </a:lstStyle>
          <a:p>
            <a:pPr marL="0" marR="0" lvl="0" indent="0" algn="l" defTabSz="932742" rtl="0" eaLnBrk="1" fontAlgn="auto" latinLnBrk="0" hangingPunct="1">
              <a:lnSpc>
                <a:spcPct val="100000"/>
              </a:lnSpc>
              <a:spcBef>
                <a:spcPct val="20000"/>
              </a:spcBef>
              <a:spcAft>
                <a:spcPts val="0"/>
              </a:spcAft>
              <a:buClrTx/>
              <a:buSzPct val="90000"/>
              <a:buFontTx/>
              <a:buNone/>
              <a:tabLst/>
            </a:pPr>
            <a:r>
              <a:rPr lang="en-US"/>
              <a:t>Click to edit Master text styles</a:t>
            </a:r>
          </a:p>
        </p:txBody>
      </p:sp>
      <p:sp>
        <p:nvSpPr>
          <p:cNvPr id="7" name="Freeform: Shape 6" descr="Yellow-Blue MIS Identity bar">
            <a:extLst>
              <a:ext uri="{FF2B5EF4-FFF2-40B4-BE49-F238E27FC236}">
                <a16:creationId xmlns:a16="http://schemas.microsoft.com/office/drawing/2014/main" id="{B8658CF5-90F1-4665-8473-DEFA04041CE2}"/>
              </a:ext>
              <a:ext uri="{C183D7F6-B498-43B3-948B-1728B52AA6E4}">
                <adec:decorative xmlns:adec="http://schemas.microsoft.com/office/drawing/2017/decorative" val="0"/>
              </a:ext>
            </a:extLst>
          </p:cNvPr>
          <p:cNvSpPr/>
          <p:nvPr userDrawn="1"/>
        </p:nvSpPr>
        <p:spPr bwMode="auto">
          <a:xfrm>
            <a:off x="0" y="6747118"/>
            <a:ext cx="12188952" cy="110883"/>
          </a:xfrm>
          <a:custGeom>
            <a:avLst/>
            <a:gdLst>
              <a:gd name="connsiteX0" fmla="*/ 0 w 12188952"/>
              <a:gd name="connsiteY0" fmla="*/ 0 h 110883"/>
              <a:gd name="connsiteX1" fmla="*/ 12188952 w 12188952"/>
              <a:gd name="connsiteY1" fmla="*/ 0 h 110883"/>
              <a:gd name="connsiteX2" fmla="*/ 12188952 w 12188952"/>
              <a:gd name="connsiteY2" fmla="*/ 110883 h 110883"/>
              <a:gd name="connsiteX3" fmla="*/ 0 w 12188952"/>
              <a:gd name="connsiteY3" fmla="*/ 110883 h 110883"/>
            </a:gdLst>
            <a:ahLst/>
            <a:cxnLst>
              <a:cxn ang="0">
                <a:pos x="connsiteX0" y="connsiteY0"/>
              </a:cxn>
              <a:cxn ang="0">
                <a:pos x="connsiteX1" y="connsiteY1"/>
              </a:cxn>
              <a:cxn ang="0">
                <a:pos x="connsiteX2" y="connsiteY2"/>
              </a:cxn>
              <a:cxn ang="0">
                <a:pos x="connsiteX3" y="connsiteY3"/>
              </a:cxn>
            </a:cxnLst>
            <a:rect l="l" t="t" r="r" b="b"/>
            <a:pathLst>
              <a:path w="12188952" h="110883">
                <a:moveTo>
                  <a:pt x="0" y="0"/>
                </a:moveTo>
                <a:lnTo>
                  <a:pt x="12188952" y="0"/>
                </a:lnTo>
                <a:lnTo>
                  <a:pt x="12188952" y="110883"/>
                </a:lnTo>
                <a:lnTo>
                  <a:pt x="0" y="110883"/>
                </a:lnTo>
                <a:close/>
              </a:path>
            </a:pathLst>
          </a:cu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Tree>
    <p:extLst>
      <p:ext uri="{BB962C8B-B14F-4D97-AF65-F5344CB8AC3E}">
        <p14:creationId xmlns:p14="http://schemas.microsoft.com/office/powerpoint/2010/main" val="680292510"/>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381000" y="1435100"/>
            <a:ext cx="11425238" cy="1664045"/>
          </a:xfrm>
        </p:spPr>
        <p:txBody>
          <a:bodyPr/>
          <a:lstStyle>
            <a:lvl1pPr>
              <a:spcBef>
                <a:spcPts val="1200"/>
              </a:spcBef>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reeform: Shape 11" descr="Yellow-Blue MIS Identity bar">
            <a:extLst>
              <a:ext uri="{FF2B5EF4-FFF2-40B4-BE49-F238E27FC236}">
                <a16:creationId xmlns:a16="http://schemas.microsoft.com/office/drawing/2014/main" id="{7C73A5B4-C208-4BD9-9155-E6BA0BE91059}"/>
              </a:ext>
              <a:ext uri="{C183D7F6-B498-43B3-948B-1728B52AA6E4}">
                <adec:decorative xmlns:adec="http://schemas.microsoft.com/office/drawing/2017/decorative" val="0"/>
              </a:ext>
            </a:extLst>
          </p:cNvPr>
          <p:cNvSpPr/>
          <p:nvPr userDrawn="1"/>
        </p:nvSpPr>
        <p:spPr bwMode="auto">
          <a:xfrm>
            <a:off x="0" y="6747118"/>
            <a:ext cx="12188952" cy="110883"/>
          </a:xfrm>
          <a:custGeom>
            <a:avLst/>
            <a:gdLst>
              <a:gd name="connsiteX0" fmla="*/ 0 w 12188952"/>
              <a:gd name="connsiteY0" fmla="*/ 0 h 110883"/>
              <a:gd name="connsiteX1" fmla="*/ 12188952 w 12188952"/>
              <a:gd name="connsiteY1" fmla="*/ 0 h 110883"/>
              <a:gd name="connsiteX2" fmla="*/ 12188952 w 12188952"/>
              <a:gd name="connsiteY2" fmla="*/ 110883 h 110883"/>
              <a:gd name="connsiteX3" fmla="*/ 0 w 12188952"/>
              <a:gd name="connsiteY3" fmla="*/ 110883 h 110883"/>
            </a:gdLst>
            <a:ahLst/>
            <a:cxnLst>
              <a:cxn ang="0">
                <a:pos x="connsiteX0" y="connsiteY0"/>
              </a:cxn>
              <a:cxn ang="0">
                <a:pos x="connsiteX1" y="connsiteY1"/>
              </a:cxn>
              <a:cxn ang="0">
                <a:pos x="connsiteX2" y="connsiteY2"/>
              </a:cxn>
              <a:cxn ang="0">
                <a:pos x="connsiteX3" y="connsiteY3"/>
              </a:cxn>
            </a:cxnLst>
            <a:rect l="l" t="t" r="r" b="b"/>
            <a:pathLst>
              <a:path w="12188952" h="110883">
                <a:moveTo>
                  <a:pt x="0" y="0"/>
                </a:moveTo>
                <a:lnTo>
                  <a:pt x="12188952" y="0"/>
                </a:lnTo>
                <a:lnTo>
                  <a:pt x="12188952" y="110883"/>
                </a:lnTo>
                <a:lnTo>
                  <a:pt x="0" y="110883"/>
                </a:lnTo>
                <a:close/>
              </a:path>
            </a:pathLst>
          </a:cu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160228860"/>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mp; Non-bulleted text">
    <p:bg>
      <p:bgPr>
        <a:solidFill>
          <a:schemeClr val="bg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381000" y="1434370"/>
            <a:ext cx="11429300" cy="1612749"/>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reeform: Shape 5" descr="Yellow-Blue MIS Identity bar">
            <a:extLst>
              <a:ext uri="{FF2B5EF4-FFF2-40B4-BE49-F238E27FC236}">
                <a16:creationId xmlns:a16="http://schemas.microsoft.com/office/drawing/2014/main" id="{96106BD7-CFFB-4D82-AC7B-1F642E1BEF06}"/>
              </a:ext>
              <a:ext uri="{C183D7F6-B498-43B3-948B-1728B52AA6E4}">
                <adec:decorative xmlns:adec="http://schemas.microsoft.com/office/drawing/2017/decorative" val="0"/>
              </a:ext>
            </a:extLst>
          </p:cNvPr>
          <p:cNvSpPr/>
          <p:nvPr userDrawn="1"/>
        </p:nvSpPr>
        <p:spPr bwMode="auto">
          <a:xfrm>
            <a:off x="0" y="6747118"/>
            <a:ext cx="12188952" cy="110883"/>
          </a:xfrm>
          <a:custGeom>
            <a:avLst/>
            <a:gdLst>
              <a:gd name="connsiteX0" fmla="*/ 0 w 12188952"/>
              <a:gd name="connsiteY0" fmla="*/ 0 h 110883"/>
              <a:gd name="connsiteX1" fmla="*/ 12188952 w 12188952"/>
              <a:gd name="connsiteY1" fmla="*/ 0 h 110883"/>
              <a:gd name="connsiteX2" fmla="*/ 12188952 w 12188952"/>
              <a:gd name="connsiteY2" fmla="*/ 110883 h 110883"/>
              <a:gd name="connsiteX3" fmla="*/ 0 w 12188952"/>
              <a:gd name="connsiteY3" fmla="*/ 110883 h 110883"/>
            </a:gdLst>
            <a:ahLst/>
            <a:cxnLst>
              <a:cxn ang="0">
                <a:pos x="connsiteX0" y="connsiteY0"/>
              </a:cxn>
              <a:cxn ang="0">
                <a:pos x="connsiteX1" y="connsiteY1"/>
              </a:cxn>
              <a:cxn ang="0">
                <a:pos x="connsiteX2" y="connsiteY2"/>
              </a:cxn>
              <a:cxn ang="0">
                <a:pos x="connsiteX3" y="connsiteY3"/>
              </a:cxn>
            </a:cxnLst>
            <a:rect l="l" t="t" r="r" b="b"/>
            <a:pathLst>
              <a:path w="12188952" h="110883">
                <a:moveTo>
                  <a:pt x="0" y="0"/>
                </a:moveTo>
                <a:lnTo>
                  <a:pt x="12188952" y="0"/>
                </a:lnTo>
                <a:lnTo>
                  <a:pt x="12188952" y="110883"/>
                </a:lnTo>
                <a:lnTo>
                  <a:pt x="0" y="110883"/>
                </a:lnTo>
                <a:close/>
              </a:path>
            </a:pathLst>
          </a:cu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Tree>
    <p:extLst>
      <p:ext uri="{BB962C8B-B14F-4D97-AF65-F5344CB8AC3E}">
        <p14:creationId xmlns:p14="http://schemas.microsoft.com/office/powerpoint/2010/main" val="384241075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xt and image layout">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51EAD72-937F-4BB4-A7B7-BBD312910F4C}"/>
              </a:ext>
              <a:ext uri="{C183D7F6-B498-43B3-948B-1728B52AA6E4}">
                <adec:decorative xmlns:adec="http://schemas.microsoft.com/office/drawing/2017/decorative" val="1"/>
              </a:ext>
            </a:extLst>
          </p:cNvPr>
          <p:cNvSpPr/>
          <p:nvPr userDrawn="1"/>
        </p:nvSpPr>
        <p:spPr bwMode="auto">
          <a:xfrm>
            <a:off x="0" y="0"/>
            <a:ext cx="12192000" cy="228600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a:xfrm>
            <a:off x="385064" y="457201"/>
            <a:ext cx="3386836" cy="1562100"/>
          </a:xfrm>
        </p:spPr>
        <p:txBody>
          <a:bodyPr/>
          <a:lstStyle>
            <a:lvl1pPr algn="r">
              <a:defRPr/>
            </a:lvl1pPr>
          </a:lstStyle>
          <a:p>
            <a:r>
              <a:rPr lang="en-US"/>
              <a:t>Click to edit Master title style</a:t>
            </a:r>
          </a:p>
        </p:txBody>
      </p:sp>
      <p:cxnSp>
        <p:nvCxnSpPr>
          <p:cNvPr id="8" name="Straight Connector 7">
            <a:extLst>
              <a:ext uri="{FF2B5EF4-FFF2-40B4-BE49-F238E27FC236}">
                <a16:creationId xmlns:a16="http://schemas.microsoft.com/office/drawing/2014/main" id="{F968E8FA-1D02-4504-B877-3D958D76C3E7}"/>
              </a:ext>
              <a:ext uri="{C183D7F6-B498-43B3-948B-1728B52AA6E4}">
                <adec:decorative xmlns:adec="http://schemas.microsoft.com/office/drawing/2017/decorative" val="1"/>
              </a:ext>
            </a:extLst>
          </p:cNvPr>
          <p:cNvCxnSpPr>
            <a:cxnSpLocks/>
          </p:cNvCxnSpPr>
          <p:nvPr userDrawn="1"/>
        </p:nvCxnSpPr>
        <p:spPr>
          <a:xfrm>
            <a:off x="4305300" y="457201"/>
            <a:ext cx="0" cy="1562099"/>
          </a:xfrm>
          <a:prstGeom prst="line">
            <a:avLst/>
          </a:prstGeom>
          <a:ln w="25400" cap="sq">
            <a:gradFill flip="none" rotWithShape="1">
              <a:gsLst>
                <a:gs pos="60000">
                  <a:srgbClr val="61C5BE"/>
                </a:gs>
                <a:gs pos="29000">
                  <a:srgbClr val="FFF200"/>
                </a:gs>
                <a:gs pos="100000">
                  <a:schemeClr val="accent5"/>
                </a:gs>
              </a:gsLst>
              <a:lin ang="5400000" scaled="1"/>
              <a:tileRect/>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 name="Text Placeholder 3"/>
          <p:cNvSpPr>
            <a:spLocks noGrp="1"/>
          </p:cNvSpPr>
          <p:nvPr>
            <p:ph type="body" sz="quarter" idx="10"/>
          </p:nvPr>
        </p:nvSpPr>
        <p:spPr>
          <a:xfrm>
            <a:off x="4838700" y="457200"/>
            <a:ext cx="6971600" cy="1562100"/>
          </a:xfrm>
        </p:spPr>
        <p:txBody>
          <a:bodyPr wrap="square">
            <a:no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p:txBody>
      </p:sp>
      <p:sp>
        <p:nvSpPr>
          <p:cNvPr id="3" name="Picture Placeholder 2" descr="A &quot;placeholder&quot; for a picture. Drag or drop your photo here, or click and tap the center to insert a photo">
            <a:extLst>
              <a:ext uri="{FF2B5EF4-FFF2-40B4-BE49-F238E27FC236}">
                <a16:creationId xmlns:a16="http://schemas.microsoft.com/office/drawing/2014/main" id="{4CC3B8FF-BB2D-4B81-B0D3-824E6FD7A046}"/>
              </a:ext>
            </a:extLst>
          </p:cNvPr>
          <p:cNvSpPr>
            <a:spLocks noGrp="1"/>
          </p:cNvSpPr>
          <p:nvPr>
            <p:ph type="pic" sz="quarter" idx="11"/>
          </p:nvPr>
        </p:nvSpPr>
        <p:spPr>
          <a:xfrm>
            <a:off x="0" y="2501900"/>
            <a:ext cx="12188825" cy="4127499"/>
          </a:xfrm>
        </p:spPr>
        <p:txBody>
          <a:bodyPr anchor="ctr">
            <a:noAutofit/>
          </a:bodyPr>
          <a:lstStyle>
            <a:lvl1pPr marL="0" indent="0" algn="ctr">
              <a:buNone/>
              <a:defRPr/>
            </a:lvl1pPr>
          </a:lstStyle>
          <a:p>
            <a:r>
              <a:rPr lang="en-US"/>
              <a:t>Click icon to add picture</a:t>
            </a:r>
          </a:p>
        </p:txBody>
      </p:sp>
      <p:sp>
        <p:nvSpPr>
          <p:cNvPr id="9" name="Freeform: Shape 8" descr="Yellow-Blue MIS Identity bar">
            <a:extLst>
              <a:ext uri="{FF2B5EF4-FFF2-40B4-BE49-F238E27FC236}">
                <a16:creationId xmlns:a16="http://schemas.microsoft.com/office/drawing/2014/main" id="{AFAFECC9-6252-422F-B98C-A85C20BACD7A}"/>
              </a:ext>
              <a:ext uri="{C183D7F6-B498-43B3-948B-1728B52AA6E4}">
                <adec:decorative xmlns:adec="http://schemas.microsoft.com/office/drawing/2017/decorative" val="0"/>
              </a:ext>
            </a:extLst>
          </p:cNvPr>
          <p:cNvSpPr/>
          <p:nvPr userDrawn="1"/>
        </p:nvSpPr>
        <p:spPr bwMode="auto">
          <a:xfrm>
            <a:off x="0" y="6747118"/>
            <a:ext cx="12188952" cy="110883"/>
          </a:xfrm>
          <a:custGeom>
            <a:avLst/>
            <a:gdLst>
              <a:gd name="connsiteX0" fmla="*/ 0 w 12188952"/>
              <a:gd name="connsiteY0" fmla="*/ 0 h 110883"/>
              <a:gd name="connsiteX1" fmla="*/ 12188952 w 12188952"/>
              <a:gd name="connsiteY1" fmla="*/ 0 h 110883"/>
              <a:gd name="connsiteX2" fmla="*/ 12188952 w 12188952"/>
              <a:gd name="connsiteY2" fmla="*/ 110883 h 110883"/>
              <a:gd name="connsiteX3" fmla="*/ 0 w 12188952"/>
              <a:gd name="connsiteY3" fmla="*/ 110883 h 110883"/>
            </a:gdLst>
            <a:ahLst/>
            <a:cxnLst>
              <a:cxn ang="0">
                <a:pos x="connsiteX0" y="connsiteY0"/>
              </a:cxn>
              <a:cxn ang="0">
                <a:pos x="connsiteX1" y="connsiteY1"/>
              </a:cxn>
              <a:cxn ang="0">
                <a:pos x="connsiteX2" y="connsiteY2"/>
              </a:cxn>
              <a:cxn ang="0">
                <a:pos x="connsiteX3" y="connsiteY3"/>
              </a:cxn>
            </a:cxnLst>
            <a:rect l="l" t="t" r="r" b="b"/>
            <a:pathLst>
              <a:path w="12188952" h="110883">
                <a:moveTo>
                  <a:pt x="0" y="0"/>
                </a:moveTo>
                <a:lnTo>
                  <a:pt x="12188952" y="0"/>
                </a:lnTo>
                <a:lnTo>
                  <a:pt x="12188952" y="110883"/>
                </a:lnTo>
                <a:lnTo>
                  <a:pt x="0" y="110883"/>
                </a:lnTo>
                <a:close/>
              </a:path>
            </a:pathLst>
          </a:cu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Tree>
    <p:extLst>
      <p:ext uri="{BB962C8B-B14F-4D97-AF65-F5344CB8AC3E}">
        <p14:creationId xmlns:p14="http://schemas.microsoft.com/office/powerpoint/2010/main" val="365031797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wo Column Bullet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385064" y="1435100"/>
            <a:ext cx="5410899"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421312"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8" name="Freeform: Shape 7" descr="Yellow-Blue MIS Identity bar">
            <a:extLst>
              <a:ext uri="{FF2B5EF4-FFF2-40B4-BE49-F238E27FC236}">
                <a16:creationId xmlns:a16="http://schemas.microsoft.com/office/drawing/2014/main" id="{DDACAC82-6986-4D06-8C20-B1D15761066E}"/>
              </a:ext>
              <a:ext uri="{C183D7F6-B498-43B3-948B-1728B52AA6E4}">
                <adec:decorative xmlns:adec="http://schemas.microsoft.com/office/drawing/2017/decorative" val="0"/>
              </a:ext>
            </a:extLst>
          </p:cNvPr>
          <p:cNvSpPr/>
          <p:nvPr userDrawn="1"/>
        </p:nvSpPr>
        <p:spPr bwMode="auto">
          <a:xfrm>
            <a:off x="0" y="6747118"/>
            <a:ext cx="12188952" cy="110883"/>
          </a:xfrm>
          <a:custGeom>
            <a:avLst/>
            <a:gdLst>
              <a:gd name="connsiteX0" fmla="*/ 0 w 12188952"/>
              <a:gd name="connsiteY0" fmla="*/ 0 h 110883"/>
              <a:gd name="connsiteX1" fmla="*/ 12188952 w 12188952"/>
              <a:gd name="connsiteY1" fmla="*/ 0 h 110883"/>
              <a:gd name="connsiteX2" fmla="*/ 12188952 w 12188952"/>
              <a:gd name="connsiteY2" fmla="*/ 110883 h 110883"/>
              <a:gd name="connsiteX3" fmla="*/ 0 w 12188952"/>
              <a:gd name="connsiteY3" fmla="*/ 110883 h 110883"/>
            </a:gdLst>
            <a:ahLst/>
            <a:cxnLst>
              <a:cxn ang="0">
                <a:pos x="connsiteX0" y="connsiteY0"/>
              </a:cxn>
              <a:cxn ang="0">
                <a:pos x="connsiteX1" y="connsiteY1"/>
              </a:cxn>
              <a:cxn ang="0">
                <a:pos x="connsiteX2" y="connsiteY2"/>
              </a:cxn>
              <a:cxn ang="0">
                <a:pos x="connsiteX3" y="connsiteY3"/>
              </a:cxn>
            </a:cxnLst>
            <a:rect l="l" t="t" r="r" b="b"/>
            <a:pathLst>
              <a:path w="12188952" h="110883">
                <a:moveTo>
                  <a:pt x="0" y="0"/>
                </a:moveTo>
                <a:lnTo>
                  <a:pt x="12188952" y="0"/>
                </a:lnTo>
                <a:lnTo>
                  <a:pt x="12188952" y="110883"/>
                </a:lnTo>
                <a:lnTo>
                  <a:pt x="0" y="110883"/>
                </a:lnTo>
                <a:close/>
              </a:path>
            </a:pathLst>
          </a:cu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Tree>
    <p:extLst>
      <p:ext uri="{BB962C8B-B14F-4D97-AF65-F5344CB8AC3E}">
        <p14:creationId xmlns:p14="http://schemas.microsoft.com/office/powerpoint/2010/main" val="32894784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wo Column Non-bulleted text">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0CDC93F-412D-4876-AC0E-5898FA0C8312}"/>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381000" y="1435100"/>
            <a:ext cx="54152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0" y="1435100"/>
            <a:ext cx="5413829"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reeform: Shape 6" descr="Yellow-Blue MIS Identity bar">
            <a:extLst>
              <a:ext uri="{FF2B5EF4-FFF2-40B4-BE49-F238E27FC236}">
                <a16:creationId xmlns:a16="http://schemas.microsoft.com/office/drawing/2014/main" id="{33928AA7-F1BC-4367-836C-B225A598F920}"/>
              </a:ext>
              <a:ext uri="{C183D7F6-B498-43B3-948B-1728B52AA6E4}">
                <adec:decorative xmlns:adec="http://schemas.microsoft.com/office/drawing/2017/decorative" val="0"/>
              </a:ext>
            </a:extLst>
          </p:cNvPr>
          <p:cNvSpPr/>
          <p:nvPr userDrawn="1"/>
        </p:nvSpPr>
        <p:spPr bwMode="auto">
          <a:xfrm>
            <a:off x="0" y="6747118"/>
            <a:ext cx="12188952" cy="110883"/>
          </a:xfrm>
          <a:custGeom>
            <a:avLst/>
            <a:gdLst>
              <a:gd name="connsiteX0" fmla="*/ 0 w 12188952"/>
              <a:gd name="connsiteY0" fmla="*/ 0 h 110883"/>
              <a:gd name="connsiteX1" fmla="*/ 12188952 w 12188952"/>
              <a:gd name="connsiteY1" fmla="*/ 0 h 110883"/>
              <a:gd name="connsiteX2" fmla="*/ 12188952 w 12188952"/>
              <a:gd name="connsiteY2" fmla="*/ 110883 h 110883"/>
              <a:gd name="connsiteX3" fmla="*/ 0 w 12188952"/>
              <a:gd name="connsiteY3" fmla="*/ 110883 h 110883"/>
            </a:gdLst>
            <a:ahLst/>
            <a:cxnLst>
              <a:cxn ang="0">
                <a:pos x="connsiteX0" y="connsiteY0"/>
              </a:cxn>
              <a:cxn ang="0">
                <a:pos x="connsiteX1" y="connsiteY1"/>
              </a:cxn>
              <a:cxn ang="0">
                <a:pos x="connsiteX2" y="connsiteY2"/>
              </a:cxn>
              <a:cxn ang="0">
                <a:pos x="connsiteX3" y="connsiteY3"/>
              </a:cxn>
            </a:cxnLst>
            <a:rect l="l" t="t" r="r" b="b"/>
            <a:pathLst>
              <a:path w="12188952" h="110883">
                <a:moveTo>
                  <a:pt x="0" y="0"/>
                </a:moveTo>
                <a:lnTo>
                  <a:pt x="12188952" y="0"/>
                </a:lnTo>
                <a:lnTo>
                  <a:pt x="12188952" y="110883"/>
                </a:lnTo>
                <a:lnTo>
                  <a:pt x="0" y="110883"/>
                </a:lnTo>
                <a:close/>
              </a:path>
            </a:pathLst>
          </a:cu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Tree>
    <p:extLst>
      <p:ext uri="{BB962C8B-B14F-4D97-AF65-F5344CB8AC3E}">
        <p14:creationId xmlns:p14="http://schemas.microsoft.com/office/powerpoint/2010/main" val="290245727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wo Column Bullet with Subheads">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D6E059-33E3-4B03-8575-56C009906C6D}"/>
              </a:ext>
            </a:extLst>
          </p:cNvPr>
          <p:cNvSpPr>
            <a:spLocks noGrp="1"/>
          </p:cNvSpPr>
          <p:nvPr>
            <p:ph type="title"/>
          </p:nvPr>
        </p:nvSpPr>
        <p:spPr/>
        <p:txBody>
          <a:body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381000" y="1436688"/>
            <a:ext cx="54229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381000" y="2084388"/>
            <a:ext cx="5422900" cy="1612749"/>
          </a:xfrm>
        </p:spPr>
        <p:txBody>
          <a:bodyPr wrap="square">
            <a:spAutoFit/>
          </a:bodyPr>
          <a:lstStyle>
            <a:lvl1pPr marL="0" indent="0">
              <a:buNone/>
              <a:defRPr lang="en-US" sz="2400" dirty="0"/>
            </a:lvl1pPr>
            <a:lvl2pPr marL="457200" indent="-231775">
              <a:defRPr lang="en-US" dirty="0"/>
            </a:lvl2pPr>
            <a:lvl3pPr marL="685800" indent="-171450">
              <a:defRPr lang="en-US" dirty="0"/>
            </a:lvl3pPr>
            <a:lvl4pPr marL="914400" indent="-152400">
              <a:defRPr lang="en-US" dirty="0"/>
            </a:lvl4pPr>
            <a:lvl5pPr marL="114300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4" y="1436688"/>
            <a:ext cx="5413375"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4" y="2084388"/>
            <a:ext cx="5413375" cy="1612749"/>
          </a:xfrm>
        </p:spPr>
        <p:txBody>
          <a:bodyPr wrap="square">
            <a:spAutoFit/>
          </a:bodyPr>
          <a:lstStyle>
            <a:lvl1pPr marL="0" indent="0">
              <a:buNone/>
              <a:defRPr lang="en-US" sz="2400" dirty="0"/>
            </a:lvl1pPr>
            <a:lvl2pPr marL="457200" indent="-231775">
              <a:defRPr lang="en-US" dirty="0"/>
            </a:lvl2pPr>
            <a:lvl3pPr marL="685800" indent="-171450">
              <a:defRPr lang="en-US" dirty="0"/>
            </a:lvl3pPr>
            <a:lvl4pPr marL="914400" indent="-136525">
              <a:defRPr lang="en-US" dirty="0"/>
            </a:lvl4pPr>
            <a:lvl5pPr marL="114300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reeform: Shape 8" descr="Yellow-Blue MIS Identity bar">
            <a:extLst>
              <a:ext uri="{FF2B5EF4-FFF2-40B4-BE49-F238E27FC236}">
                <a16:creationId xmlns:a16="http://schemas.microsoft.com/office/drawing/2014/main" id="{2426AA03-1CE7-45A5-AB08-1ECAD2B1B978}"/>
              </a:ext>
              <a:ext uri="{C183D7F6-B498-43B3-948B-1728B52AA6E4}">
                <adec:decorative xmlns:adec="http://schemas.microsoft.com/office/drawing/2017/decorative" val="0"/>
              </a:ext>
            </a:extLst>
          </p:cNvPr>
          <p:cNvSpPr/>
          <p:nvPr userDrawn="1"/>
        </p:nvSpPr>
        <p:spPr bwMode="auto">
          <a:xfrm>
            <a:off x="0" y="6747118"/>
            <a:ext cx="12188952" cy="110883"/>
          </a:xfrm>
          <a:custGeom>
            <a:avLst/>
            <a:gdLst>
              <a:gd name="connsiteX0" fmla="*/ 0 w 12188952"/>
              <a:gd name="connsiteY0" fmla="*/ 0 h 110883"/>
              <a:gd name="connsiteX1" fmla="*/ 12188952 w 12188952"/>
              <a:gd name="connsiteY1" fmla="*/ 0 h 110883"/>
              <a:gd name="connsiteX2" fmla="*/ 12188952 w 12188952"/>
              <a:gd name="connsiteY2" fmla="*/ 110883 h 110883"/>
              <a:gd name="connsiteX3" fmla="*/ 0 w 12188952"/>
              <a:gd name="connsiteY3" fmla="*/ 110883 h 110883"/>
            </a:gdLst>
            <a:ahLst/>
            <a:cxnLst>
              <a:cxn ang="0">
                <a:pos x="connsiteX0" y="connsiteY0"/>
              </a:cxn>
              <a:cxn ang="0">
                <a:pos x="connsiteX1" y="connsiteY1"/>
              </a:cxn>
              <a:cxn ang="0">
                <a:pos x="connsiteX2" y="connsiteY2"/>
              </a:cxn>
              <a:cxn ang="0">
                <a:pos x="connsiteX3" y="connsiteY3"/>
              </a:cxn>
            </a:cxnLst>
            <a:rect l="l" t="t" r="r" b="b"/>
            <a:pathLst>
              <a:path w="12188952" h="110883">
                <a:moveTo>
                  <a:pt x="0" y="0"/>
                </a:moveTo>
                <a:lnTo>
                  <a:pt x="12188952" y="0"/>
                </a:lnTo>
                <a:lnTo>
                  <a:pt x="12188952" y="110883"/>
                </a:lnTo>
                <a:lnTo>
                  <a:pt x="0" y="110883"/>
                </a:lnTo>
                <a:close/>
              </a:path>
            </a:pathLst>
          </a:cu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Tree>
    <p:extLst>
      <p:ext uri="{BB962C8B-B14F-4D97-AF65-F5344CB8AC3E}">
        <p14:creationId xmlns:p14="http://schemas.microsoft.com/office/powerpoint/2010/main" val="20702699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 Column Content with Subheads">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A1DE634-32A6-4BCD-892F-42024AF35590}"/>
              </a:ext>
            </a:extLst>
          </p:cNvPr>
          <p:cNvSpPr>
            <a:spLocks noGrp="1"/>
          </p:cNvSpPr>
          <p:nvPr>
            <p:ph type="title"/>
          </p:nvPr>
        </p:nvSpPr>
        <p:spPr/>
        <p:txBody>
          <a:body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376046" y="1436688"/>
            <a:ext cx="5427854"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380999" y="2081212"/>
            <a:ext cx="5422901"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421496"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416549"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Shape 7" descr="Yellow-Blue MIS Identity bar">
            <a:extLst>
              <a:ext uri="{FF2B5EF4-FFF2-40B4-BE49-F238E27FC236}">
                <a16:creationId xmlns:a16="http://schemas.microsoft.com/office/drawing/2014/main" id="{42CB2ACC-6EB6-47D4-A892-9194C80887B7}"/>
              </a:ext>
              <a:ext uri="{C183D7F6-B498-43B3-948B-1728B52AA6E4}">
                <adec:decorative xmlns:adec="http://schemas.microsoft.com/office/drawing/2017/decorative" val="0"/>
              </a:ext>
            </a:extLst>
          </p:cNvPr>
          <p:cNvSpPr/>
          <p:nvPr userDrawn="1"/>
        </p:nvSpPr>
        <p:spPr bwMode="auto">
          <a:xfrm>
            <a:off x="0" y="6747118"/>
            <a:ext cx="12188952" cy="110883"/>
          </a:xfrm>
          <a:custGeom>
            <a:avLst/>
            <a:gdLst>
              <a:gd name="connsiteX0" fmla="*/ 0 w 12188952"/>
              <a:gd name="connsiteY0" fmla="*/ 0 h 110883"/>
              <a:gd name="connsiteX1" fmla="*/ 12188952 w 12188952"/>
              <a:gd name="connsiteY1" fmla="*/ 0 h 110883"/>
              <a:gd name="connsiteX2" fmla="*/ 12188952 w 12188952"/>
              <a:gd name="connsiteY2" fmla="*/ 110883 h 110883"/>
              <a:gd name="connsiteX3" fmla="*/ 0 w 12188952"/>
              <a:gd name="connsiteY3" fmla="*/ 110883 h 110883"/>
            </a:gdLst>
            <a:ahLst/>
            <a:cxnLst>
              <a:cxn ang="0">
                <a:pos x="connsiteX0" y="connsiteY0"/>
              </a:cxn>
              <a:cxn ang="0">
                <a:pos x="connsiteX1" y="connsiteY1"/>
              </a:cxn>
              <a:cxn ang="0">
                <a:pos x="connsiteX2" y="connsiteY2"/>
              </a:cxn>
              <a:cxn ang="0">
                <a:pos x="connsiteX3" y="connsiteY3"/>
              </a:cxn>
            </a:cxnLst>
            <a:rect l="l" t="t" r="r" b="b"/>
            <a:pathLst>
              <a:path w="12188952" h="110883">
                <a:moveTo>
                  <a:pt x="0" y="0"/>
                </a:moveTo>
                <a:lnTo>
                  <a:pt x="12188952" y="0"/>
                </a:lnTo>
                <a:lnTo>
                  <a:pt x="12188952" y="110883"/>
                </a:lnTo>
                <a:lnTo>
                  <a:pt x="0" y="110883"/>
                </a:lnTo>
                <a:close/>
              </a:path>
            </a:pathLst>
          </a:cu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Tree>
    <p:extLst>
      <p:ext uri="{BB962C8B-B14F-4D97-AF65-F5344CB8AC3E}">
        <p14:creationId xmlns:p14="http://schemas.microsoft.com/office/powerpoint/2010/main" val="133962154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B1D17-D92B-421F-BDE7-5E748C25696F}"/>
              </a:ext>
            </a:extLst>
          </p:cNvPr>
          <p:cNvSpPr>
            <a:spLocks noGrp="1"/>
          </p:cNvSpPr>
          <p:nvPr>
            <p:ph type="title"/>
          </p:nvPr>
        </p:nvSpPr>
        <p:spPr/>
        <p:txBody>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381001" y="1438275"/>
            <a:ext cx="3390900"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381001" y="2390775"/>
            <a:ext cx="3390900" cy="1760482"/>
          </a:xfrm>
        </p:spPr>
        <p:txBody>
          <a:bodyPr wrap="square">
            <a:spAutoFit/>
          </a:bodyPr>
          <a:lstStyle>
            <a:lvl1pPr marL="176213" indent="-176213">
              <a:defRPr lang="en-US" sz="2000" dirty="0"/>
            </a:lvl1pPr>
            <a:lvl2pPr marL="571500" indent="-265113">
              <a:defRPr lang="en-US" sz="1800" dirty="0"/>
            </a:lvl2pPr>
            <a:lvl3pPr marL="800100" indent="-138113">
              <a:defRPr lang="en-US" dirty="0"/>
            </a:lvl3pPr>
            <a:lvl4pPr marL="914400" indent="-128588">
              <a:defRPr lang="en-US" dirty="0"/>
            </a:lvl4pPr>
            <a:lvl5pPr marL="1143000"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00551" y="1438275"/>
            <a:ext cx="3390900"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00551" y="2384135"/>
            <a:ext cx="3390900" cy="1760482"/>
          </a:xfrm>
        </p:spPr>
        <p:txBody>
          <a:bodyPr wrap="square">
            <a:spAutoFit/>
          </a:bodyPr>
          <a:lstStyle>
            <a:lvl1pPr marL="176213" indent="-176213">
              <a:defRPr lang="en-US" sz="2000" dirty="0"/>
            </a:lvl1pPr>
            <a:lvl2pPr marL="571500" indent="-265113">
              <a:defRPr lang="en-US" sz="1800" dirty="0"/>
            </a:lvl2pPr>
            <a:lvl3pPr marL="800100" indent="-138113">
              <a:defRPr lang="en-US" dirty="0"/>
            </a:lvl3pPr>
            <a:lvl4pPr marL="914400" indent="-128588">
              <a:defRPr lang="en-US" dirty="0"/>
            </a:lvl4pPr>
            <a:lvl5pPr marL="1143000"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420101" y="1438275"/>
            <a:ext cx="3390900"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420101" y="2390775"/>
            <a:ext cx="3390900" cy="1760482"/>
          </a:xfrm>
        </p:spPr>
        <p:txBody>
          <a:bodyPr wrap="square">
            <a:spAutoFit/>
          </a:bodyPr>
          <a:lstStyle>
            <a:lvl1pPr marL="176213" indent="-176213">
              <a:defRPr lang="en-US" sz="2000" dirty="0"/>
            </a:lvl1pPr>
            <a:lvl2pPr marL="571500" indent="-265113">
              <a:defRPr lang="en-US" sz="1800" dirty="0"/>
            </a:lvl2pPr>
            <a:lvl3pPr marL="800100" indent="-138113">
              <a:defRPr lang="en-US" dirty="0"/>
            </a:lvl3pPr>
            <a:lvl4pPr marL="914400" indent="-128588">
              <a:defRPr lang="en-US" dirty="0"/>
            </a:lvl4pPr>
            <a:lvl5pPr marL="1143000"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reeform: Shape 9" descr="Yellow-Blue MIS Identity bar">
            <a:extLst>
              <a:ext uri="{FF2B5EF4-FFF2-40B4-BE49-F238E27FC236}">
                <a16:creationId xmlns:a16="http://schemas.microsoft.com/office/drawing/2014/main" id="{3799F765-F478-4A54-A095-E014182732C1}"/>
              </a:ext>
              <a:ext uri="{C183D7F6-B498-43B3-948B-1728B52AA6E4}">
                <adec:decorative xmlns:adec="http://schemas.microsoft.com/office/drawing/2017/decorative" val="0"/>
              </a:ext>
            </a:extLst>
          </p:cNvPr>
          <p:cNvSpPr/>
          <p:nvPr userDrawn="1"/>
        </p:nvSpPr>
        <p:spPr bwMode="auto">
          <a:xfrm>
            <a:off x="0" y="6747118"/>
            <a:ext cx="12188952" cy="110883"/>
          </a:xfrm>
          <a:custGeom>
            <a:avLst/>
            <a:gdLst>
              <a:gd name="connsiteX0" fmla="*/ 0 w 12188952"/>
              <a:gd name="connsiteY0" fmla="*/ 0 h 110883"/>
              <a:gd name="connsiteX1" fmla="*/ 12188952 w 12188952"/>
              <a:gd name="connsiteY1" fmla="*/ 0 h 110883"/>
              <a:gd name="connsiteX2" fmla="*/ 12188952 w 12188952"/>
              <a:gd name="connsiteY2" fmla="*/ 110883 h 110883"/>
              <a:gd name="connsiteX3" fmla="*/ 0 w 12188952"/>
              <a:gd name="connsiteY3" fmla="*/ 110883 h 110883"/>
            </a:gdLst>
            <a:ahLst/>
            <a:cxnLst>
              <a:cxn ang="0">
                <a:pos x="connsiteX0" y="connsiteY0"/>
              </a:cxn>
              <a:cxn ang="0">
                <a:pos x="connsiteX1" y="connsiteY1"/>
              </a:cxn>
              <a:cxn ang="0">
                <a:pos x="connsiteX2" y="connsiteY2"/>
              </a:cxn>
              <a:cxn ang="0">
                <a:pos x="connsiteX3" y="connsiteY3"/>
              </a:cxn>
            </a:cxnLst>
            <a:rect l="l" t="t" r="r" b="b"/>
            <a:pathLst>
              <a:path w="12188952" h="110883">
                <a:moveTo>
                  <a:pt x="0" y="0"/>
                </a:moveTo>
                <a:lnTo>
                  <a:pt x="12188952" y="0"/>
                </a:lnTo>
                <a:lnTo>
                  <a:pt x="12188952" y="110883"/>
                </a:lnTo>
                <a:lnTo>
                  <a:pt x="0" y="110883"/>
                </a:lnTo>
                <a:close/>
              </a:path>
            </a:pathLst>
          </a:cu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Tree>
    <p:extLst>
      <p:ext uri="{BB962C8B-B14F-4D97-AF65-F5344CB8AC3E}">
        <p14:creationId xmlns:p14="http://schemas.microsoft.com/office/powerpoint/2010/main" val="1772025675"/>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Four Column Bullet with Subtitl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138DE4-BAE7-4915-9E11-FB061A6C1E5B}"/>
              </a:ext>
            </a:extLst>
          </p:cNvPr>
          <p:cNvSpPr>
            <a:spLocks noGrp="1"/>
          </p:cNvSpPr>
          <p:nvPr>
            <p:ph type="title"/>
          </p:nvPr>
        </p:nvSpPr>
        <p:spPr/>
        <p:txBody>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381000" y="1438275"/>
            <a:ext cx="2623795"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381000" y="2283115"/>
            <a:ext cx="2623795" cy="1969770"/>
          </a:xfrm>
        </p:spPr>
        <p:txBody>
          <a:bodyPr wrap="square">
            <a:spAutoFit/>
          </a:bodyPr>
          <a:lstStyle>
            <a:lvl1pPr marL="141288" indent="-141288">
              <a:spcAft>
                <a:spcPts val="600"/>
              </a:spcAft>
              <a:defRPr lang="en-US" sz="1800" dirty="0"/>
            </a:lvl1pPr>
            <a:lvl2pPr marL="457200" indent="-179388">
              <a:spcAft>
                <a:spcPts val="600"/>
              </a:spcAft>
              <a:defRPr lang="en-US" sz="1600" dirty="0"/>
            </a:lvl2pPr>
            <a:lvl3pPr marL="438150" indent="-133350">
              <a:spcAft>
                <a:spcPts val="600"/>
              </a:spcAft>
              <a:defRPr lang="en-US" dirty="0"/>
            </a:lvl3pPr>
            <a:lvl4pPr marL="566738" indent="-114300">
              <a:spcAft>
                <a:spcPts val="600"/>
              </a:spcAft>
              <a:defRPr lang="en-US" dirty="0"/>
            </a:lvl4pPr>
            <a:lvl5pPr marL="685800" indent="-109538">
              <a:spcAft>
                <a:spcPts val="600"/>
              </a:spcAft>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314966" y="1438275"/>
            <a:ext cx="2625439"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315557" y="2276475"/>
            <a:ext cx="2623795" cy="1969770"/>
          </a:xfrm>
        </p:spPr>
        <p:txBody>
          <a:bodyPr wrap="square">
            <a:spAutoFit/>
          </a:bodyPr>
          <a:lstStyle>
            <a:lvl1pPr marL="141288" indent="-141288">
              <a:spcAft>
                <a:spcPts val="600"/>
              </a:spcAft>
              <a:defRPr lang="en-US" sz="1800" dirty="0"/>
            </a:lvl1pPr>
            <a:lvl2pPr marL="457200" indent="-179388">
              <a:spcAft>
                <a:spcPts val="600"/>
              </a:spcAft>
              <a:defRPr lang="en-US" sz="1600" dirty="0"/>
            </a:lvl2pPr>
            <a:lvl3pPr marL="438150" indent="-133350">
              <a:spcAft>
                <a:spcPts val="600"/>
              </a:spcAft>
              <a:defRPr lang="en-US" dirty="0"/>
            </a:lvl3pPr>
            <a:lvl4pPr marL="566738" indent="-114300">
              <a:spcAft>
                <a:spcPts val="600"/>
              </a:spcAft>
              <a:defRPr lang="en-US" dirty="0"/>
            </a:lvl4pPr>
            <a:lvl5pPr marL="685800" indent="-109538">
              <a:spcAft>
                <a:spcPts val="600"/>
              </a:spcAft>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50576" y="1438275"/>
            <a:ext cx="2623795"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50114" y="2283115"/>
            <a:ext cx="2623795" cy="1969770"/>
          </a:xfrm>
        </p:spPr>
        <p:txBody>
          <a:bodyPr wrap="square">
            <a:spAutoFit/>
          </a:bodyPr>
          <a:lstStyle>
            <a:lvl1pPr marL="141288" indent="-141288">
              <a:spcAft>
                <a:spcPts val="600"/>
              </a:spcAft>
              <a:defRPr lang="en-US" sz="1800" dirty="0"/>
            </a:lvl1pPr>
            <a:lvl2pPr marL="457200" indent="-179388">
              <a:spcAft>
                <a:spcPts val="600"/>
              </a:spcAft>
              <a:defRPr lang="en-US" sz="1600" dirty="0"/>
            </a:lvl2pPr>
            <a:lvl3pPr marL="438150" indent="-133350">
              <a:spcAft>
                <a:spcPts val="600"/>
              </a:spcAft>
              <a:defRPr lang="en-US" dirty="0"/>
            </a:lvl3pPr>
            <a:lvl4pPr marL="566738" indent="-114300">
              <a:spcAft>
                <a:spcPts val="600"/>
              </a:spcAft>
              <a:defRPr lang="en-US" dirty="0"/>
            </a:lvl4pPr>
            <a:lvl5pPr marL="685800" indent="-109538">
              <a:spcAft>
                <a:spcPts val="600"/>
              </a:spcAft>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184543" y="1438275"/>
            <a:ext cx="2625439"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184670" y="2276475"/>
            <a:ext cx="2623795" cy="1969770"/>
          </a:xfrm>
        </p:spPr>
        <p:txBody>
          <a:bodyPr wrap="square">
            <a:spAutoFit/>
          </a:bodyPr>
          <a:lstStyle>
            <a:lvl1pPr marL="141288" indent="-141288">
              <a:spcAft>
                <a:spcPts val="600"/>
              </a:spcAft>
              <a:defRPr lang="en-US" sz="1800" dirty="0"/>
            </a:lvl1pPr>
            <a:lvl2pPr marL="457200" indent="-179388">
              <a:spcAft>
                <a:spcPts val="600"/>
              </a:spcAft>
              <a:defRPr lang="en-US" sz="1600" dirty="0"/>
            </a:lvl2pPr>
            <a:lvl3pPr marL="438150" indent="-133350">
              <a:spcAft>
                <a:spcPts val="600"/>
              </a:spcAft>
              <a:defRPr lang="en-US" dirty="0"/>
            </a:lvl3pPr>
            <a:lvl4pPr marL="566738" indent="-114300">
              <a:spcAft>
                <a:spcPts val="600"/>
              </a:spcAft>
              <a:defRPr lang="en-US" dirty="0"/>
            </a:lvl4pPr>
            <a:lvl5pPr marL="685800" indent="-109538">
              <a:spcAft>
                <a:spcPts val="600"/>
              </a:spcAft>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reeform: Shape 11" descr="Yellow-Blue MIS Identity bar">
            <a:extLst>
              <a:ext uri="{FF2B5EF4-FFF2-40B4-BE49-F238E27FC236}">
                <a16:creationId xmlns:a16="http://schemas.microsoft.com/office/drawing/2014/main" id="{CFF548A1-8A7A-4AA3-8C23-66218ADDF76A}"/>
              </a:ext>
              <a:ext uri="{C183D7F6-B498-43B3-948B-1728B52AA6E4}">
                <adec:decorative xmlns:adec="http://schemas.microsoft.com/office/drawing/2017/decorative" val="0"/>
              </a:ext>
            </a:extLst>
          </p:cNvPr>
          <p:cNvSpPr/>
          <p:nvPr userDrawn="1"/>
        </p:nvSpPr>
        <p:spPr bwMode="auto">
          <a:xfrm>
            <a:off x="0" y="6747118"/>
            <a:ext cx="12188952" cy="110883"/>
          </a:xfrm>
          <a:custGeom>
            <a:avLst/>
            <a:gdLst>
              <a:gd name="connsiteX0" fmla="*/ 0 w 12188952"/>
              <a:gd name="connsiteY0" fmla="*/ 0 h 110883"/>
              <a:gd name="connsiteX1" fmla="*/ 12188952 w 12188952"/>
              <a:gd name="connsiteY1" fmla="*/ 0 h 110883"/>
              <a:gd name="connsiteX2" fmla="*/ 12188952 w 12188952"/>
              <a:gd name="connsiteY2" fmla="*/ 110883 h 110883"/>
              <a:gd name="connsiteX3" fmla="*/ 0 w 12188952"/>
              <a:gd name="connsiteY3" fmla="*/ 110883 h 110883"/>
            </a:gdLst>
            <a:ahLst/>
            <a:cxnLst>
              <a:cxn ang="0">
                <a:pos x="connsiteX0" y="connsiteY0"/>
              </a:cxn>
              <a:cxn ang="0">
                <a:pos x="connsiteX1" y="connsiteY1"/>
              </a:cxn>
              <a:cxn ang="0">
                <a:pos x="connsiteX2" y="connsiteY2"/>
              </a:cxn>
              <a:cxn ang="0">
                <a:pos x="connsiteX3" y="connsiteY3"/>
              </a:cxn>
            </a:cxnLst>
            <a:rect l="l" t="t" r="r" b="b"/>
            <a:pathLst>
              <a:path w="12188952" h="110883">
                <a:moveTo>
                  <a:pt x="0" y="0"/>
                </a:moveTo>
                <a:lnTo>
                  <a:pt x="12188952" y="0"/>
                </a:lnTo>
                <a:lnTo>
                  <a:pt x="12188952" y="110883"/>
                </a:lnTo>
                <a:lnTo>
                  <a:pt x="0" y="110883"/>
                </a:lnTo>
                <a:close/>
              </a:path>
            </a:pathLst>
          </a:cu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Tree>
    <p:extLst>
      <p:ext uri="{BB962C8B-B14F-4D97-AF65-F5344CB8AC3E}">
        <p14:creationId xmlns:p14="http://schemas.microsoft.com/office/powerpoint/2010/main" val="2718248070"/>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Five Column Bullet with Subtitles">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9D673A-4744-4DAB-AB5F-F22118903A50}"/>
              </a:ext>
            </a:extLst>
          </p:cNvPr>
          <p:cNvSpPr>
            <a:spLocks noGrp="1"/>
          </p:cNvSpPr>
          <p:nvPr>
            <p:ph type="title"/>
          </p:nvPr>
        </p:nvSpPr>
        <p:spPr/>
        <p:txBody>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385064" y="1438275"/>
            <a:ext cx="2129536"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385064" y="2283115"/>
            <a:ext cx="2129536"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711776" y="1438275"/>
            <a:ext cx="2129536"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711776" y="2276475"/>
            <a:ext cx="2129536"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038488" y="1438275"/>
            <a:ext cx="2129536"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038488" y="2283115"/>
            <a:ext cx="2129536"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65200" y="1438275"/>
            <a:ext cx="2129536"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65200" y="2276475"/>
            <a:ext cx="2129536"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91914" y="1438275"/>
            <a:ext cx="2129536"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91914" y="2276475"/>
            <a:ext cx="2129536"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reeform: Shape 13" descr="Yellow-Blue MIS Identity bar">
            <a:extLst>
              <a:ext uri="{FF2B5EF4-FFF2-40B4-BE49-F238E27FC236}">
                <a16:creationId xmlns:a16="http://schemas.microsoft.com/office/drawing/2014/main" id="{6B36E625-6998-434B-BFB4-CCE9F34ED158}"/>
              </a:ext>
              <a:ext uri="{C183D7F6-B498-43B3-948B-1728B52AA6E4}">
                <adec:decorative xmlns:adec="http://schemas.microsoft.com/office/drawing/2017/decorative" val="0"/>
              </a:ext>
            </a:extLst>
          </p:cNvPr>
          <p:cNvSpPr/>
          <p:nvPr userDrawn="1"/>
        </p:nvSpPr>
        <p:spPr bwMode="auto">
          <a:xfrm>
            <a:off x="0" y="6747118"/>
            <a:ext cx="12188952" cy="110883"/>
          </a:xfrm>
          <a:custGeom>
            <a:avLst/>
            <a:gdLst>
              <a:gd name="connsiteX0" fmla="*/ 0 w 12188952"/>
              <a:gd name="connsiteY0" fmla="*/ 0 h 110883"/>
              <a:gd name="connsiteX1" fmla="*/ 12188952 w 12188952"/>
              <a:gd name="connsiteY1" fmla="*/ 0 h 110883"/>
              <a:gd name="connsiteX2" fmla="*/ 12188952 w 12188952"/>
              <a:gd name="connsiteY2" fmla="*/ 110883 h 110883"/>
              <a:gd name="connsiteX3" fmla="*/ 0 w 12188952"/>
              <a:gd name="connsiteY3" fmla="*/ 110883 h 110883"/>
            </a:gdLst>
            <a:ahLst/>
            <a:cxnLst>
              <a:cxn ang="0">
                <a:pos x="connsiteX0" y="connsiteY0"/>
              </a:cxn>
              <a:cxn ang="0">
                <a:pos x="connsiteX1" y="connsiteY1"/>
              </a:cxn>
              <a:cxn ang="0">
                <a:pos x="connsiteX2" y="connsiteY2"/>
              </a:cxn>
              <a:cxn ang="0">
                <a:pos x="connsiteX3" y="connsiteY3"/>
              </a:cxn>
            </a:cxnLst>
            <a:rect l="l" t="t" r="r" b="b"/>
            <a:pathLst>
              <a:path w="12188952" h="110883">
                <a:moveTo>
                  <a:pt x="0" y="0"/>
                </a:moveTo>
                <a:lnTo>
                  <a:pt x="12188952" y="0"/>
                </a:lnTo>
                <a:lnTo>
                  <a:pt x="12188952" y="110883"/>
                </a:lnTo>
                <a:lnTo>
                  <a:pt x="0" y="110883"/>
                </a:lnTo>
                <a:close/>
              </a:path>
            </a:pathLst>
          </a:cu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Tree>
    <p:extLst>
      <p:ext uri="{BB962C8B-B14F-4D97-AF65-F5344CB8AC3E}">
        <p14:creationId xmlns:p14="http://schemas.microsoft.com/office/powerpoint/2010/main" val="283131107"/>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2_Header Line 12 Months">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04912E-16B1-4EEE-8AD9-8E714D6338D6}"/>
              </a:ext>
            </a:extLst>
          </p:cNvPr>
          <p:cNvSpPr>
            <a:spLocks noGrp="1"/>
          </p:cNvSpPr>
          <p:nvPr>
            <p:ph type="title"/>
          </p:nvPr>
        </p:nvSpPr>
        <p:spPr/>
        <p:txBody>
          <a:bodyPr/>
          <a:lstStyle/>
          <a:p>
            <a:r>
              <a:rPr lang="en-US"/>
              <a:t>Click to edit Master title style</a:t>
            </a:r>
          </a:p>
        </p:txBody>
      </p:sp>
      <p:sp>
        <p:nvSpPr>
          <p:cNvPr id="29" name="Text Placeholder 28">
            <a:extLst>
              <a:ext uri="{FF2B5EF4-FFF2-40B4-BE49-F238E27FC236}">
                <a16:creationId xmlns:a16="http://schemas.microsoft.com/office/drawing/2014/main" id="{2B32F430-ED23-B440-BB46-25EFAA521E1A}"/>
              </a:ext>
            </a:extLst>
          </p:cNvPr>
          <p:cNvSpPr>
            <a:spLocks noGrp="1"/>
          </p:cNvSpPr>
          <p:nvPr>
            <p:ph type="body" sz="quarter" idx="22" hasCustomPrompt="1"/>
          </p:nvPr>
        </p:nvSpPr>
        <p:spPr>
          <a:xfrm>
            <a:off x="381000" y="1437065"/>
            <a:ext cx="1595439" cy="581025"/>
          </a:xfrm>
        </p:spPr>
        <p:txBody>
          <a:bodyPr lIns="90000" tIns="46800" rIns="90000" bIns="46800" anchor="ctr">
            <a:noAutofit/>
          </a:bodyPr>
          <a:lstStyle>
            <a:lvl1pPr marL="0" indent="0">
              <a:buNone/>
              <a:defRPr sz="2000">
                <a:solidFill>
                  <a:schemeClr val="tx1"/>
                </a:solidFill>
                <a:latin typeface="+mj-lt"/>
              </a:defRPr>
            </a:lvl1pPr>
            <a:lvl2pPr marL="228600" indent="0" algn="ctr">
              <a:buNone/>
              <a:defRPr>
                <a:solidFill>
                  <a:schemeClr val="bg1"/>
                </a:solidFill>
                <a:latin typeface="+mj-lt"/>
              </a:defRPr>
            </a:lvl2pPr>
          </a:lstStyle>
          <a:p>
            <a:pPr lvl="0"/>
            <a:r>
              <a:rPr lang="en-US"/>
              <a:t>Label</a:t>
            </a:r>
          </a:p>
        </p:txBody>
      </p:sp>
      <p:cxnSp>
        <p:nvCxnSpPr>
          <p:cNvPr id="16" name="Straight Connector 15">
            <a:extLst>
              <a:ext uri="{FF2B5EF4-FFF2-40B4-BE49-F238E27FC236}">
                <a16:creationId xmlns:a16="http://schemas.microsoft.com/office/drawing/2014/main" id="{1EA3253A-CBC3-A644-9057-A616EFD62183}"/>
              </a:ext>
              <a:ext uri="{C183D7F6-B498-43B3-948B-1728B52AA6E4}">
                <adec:decorative xmlns:adec="http://schemas.microsoft.com/office/drawing/2017/decorative" val="1"/>
              </a:ext>
            </a:extLst>
          </p:cNvPr>
          <p:cNvCxnSpPr>
            <a:cxnSpLocks/>
          </p:cNvCxnSpPr>
          <p:nvPr userDrawn="1"/>
        </p:nvCxnSpPr>
        <p:spPr>
          <a:xfrm>
            <a:off x="381000" y="2017713"/>
            <a:ext cx="1595438" cy="0"/>
          </a:xfrm>
          <a:prstGeom prst="line">
            <a:avLst/>
          </a:prstGeom>
          <a:ln w="25400" cap="sq">
            <a:gradFill>
              <a:gsLst>
                <a:gs pos="60000">
                  <a:srgbClr val="61C5BE"/>
                </a:gs>
                <a:gs pos="29000">
                  <a:srgbClr val="FFF200"/>
                </a:gs>
                <a:gs pos="100000">
                  <a:schemeClr val="accent5"/>
                </a:gs>
              </a:gsLst>
              <a:lin ang="0" scaled="0"/>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381000" y="2137143"/>
            <a:ext cx="1595438" cy="646331"/>
          </a:xfrm>
        </p:spPr>
        <p:txBody>
          <a:bodyPr lIns="90000" anchor="t"/>
          <a:lstStyle>
            <a:lvl1pPr marL="179388" indent="-179388">
              <a:spcBef>
                <a:spcPts val="400"/>
              </a:spcBef>
              <a:buSzPct val="100000"/>
              <a:buFont typeface="Arial" panose="020B0604020202020204" pitchFamily="34" charset="0"/>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41" name="Text Placeholder 28">
            <a:extLst>
              <a:ext uri="{FF2B5EF4-FFF2-40B4-BE49-F238E27FC236}">
                <a16:creationId xmlns:a16="http://schemas.microsoft.com/office/drawing/2014/main" id="{7BE96FEE-E6DA-2941-AEAC-A1C8FC164091}"/>
              </a:ext>
            </a:extLst>
          </p:cNvPr>
          <p:cNvSpPr>
            <a:spLocks noGrp="1"/>
          </p:cNvSpPr>
          <p:nvPr>
            <p:ph type="body" sz="quarter" idx="23" hasCustomPrompt="1"/>
          </p:nvPr>
        </p:nvSpPr>
        <p:spPr>
          <a:xfrm>
            <a:off x="2347913" y="1436688"/>
            <a:ext cx="1595438" cy="581025"/>
          </a:xfrm>
        </p:spPr>
        <p:txBody>
          <a:bodyPr lIns="90000" tIns="46800" rIns="90000" bIns="46800" anchor="ctr">
            <a:noAutofit/>
          </a:bodyPr>
          <a:lstStyle>
            <a:lvl1pPr marL="0" indent="0">
              <a:buNone/>
              <a:defRPr sz="2000">
                <a:solidFill>
                  <a:schemeClr val="tx1"/>
                </a:solidFill>
                <a:latin typeface="+mj-lt"/>
              </a:defRPr>
            </a:lvl1pPr>
            <a:lvl2pPr marL="228600" indent="0" algn="ctr">
              <a:buNone/>
              <a:defRPr>
                <a:solidFill>
                  <a:schemeClr val="bg1"/>
                </a:solidFill>
                <a:latin typeface="+mj-lt"/>
              </a:defRPr>
            </a:lvl2pPr>
          </a:lstStyle>
          <a:p>
            <a:pPr lvl="0"/>
            <a:r>
              <a:rPr lang="en-US"/>
              <a:t>Label</a:t>
            </a:r>
          </a:p>
        </p:txBody>
      </p:sp>
      <p:cxnSp>
        <p:nvCxnSpPr>
          <p:cNvPr id="30" name="Straight Connector 29">
            <a:extLst>
              <a:ext uri="{FF2B5EF4-FFF2-40B4-BE49-F238E27FC236}">
                <a16:creationId xmlns:a16="http://schemas.microsoft.com/office/drawing/2014/main" id="{53FA9607-273B-BF42-A068-8D930E44C050}"/>
              </a:ext>
              <a:ext uri="{C183D7F6-B498-43B3-948B-1728B52AA6E4}">
                <adec:decorative xmlns:adec="http://schemas.microsoft.com/office/drawing/2017/decorative" val="1"/>
              </a:ext>
            </a:extLst>
          </p:cNvPr>
          <p:cNvCxnSpPr>
            <a:cxnSpLocks/>
          </p:cNvCxnSpPr>
          <p:nvPr userDrawn="1"/>
        </p:nvCxnSpPr>
        <p:spPr>
          <a:xfrm>
            <a:off x="2347913" y="2017713"/>
            <a:ext cx="1595438" cy="0"/>
          </a:xfrm>
          <a:prstGeom prst="line">
            <a:avLst/>
          </a:prstGeom>
          <a:ln w="25400" cap="sq">
            <a:gradFill>
              <a:gsLst>
                <a:gs pos="60000">
                  <a:srgbClr val="61C5BE"/>
                </a:gs>
                <a:gs pos="29000">
                  <a:srgbClr val="FFF200"/>
                </a:gs>
                <a:gs pos="100000">
                  <a:schemeClr val="accent5"/>
                </a:gs>
              </a:gsLst>
              <a:lin ang="0" scaled="0"/>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347913" y="2137143"/>
            <a:ext cx="1595438" cy="646331"/>
          </a:xfrm>
        </p:spPr>
        <p:txBody>
          <a:bodyPr lIns="90000" anchor="t"/>
          <a:lstStyle>
            <a:lvl1pPr marL="179388" indent="-179388">
              <a:spcBef>
                <a:spcPts val="400"/>
              </a:spcBef>
              <a:buSzPct val="100000"/>
              <a:buFont typeface="Arial" panose="020B0604020202020204" pitchFamily="34" charset="0"/>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42" name="Text Placeholder 28">
            <a:extLst>
              <a:ext uri="{FF2B5EF4-FFF2-40B4-BE49-F238E27FC236}">
                <a16:creationId xmlns:a16="http://schemas.microsoft.com/office/drawing/2014/main" id="{8732B004-72E3-4E45-A749-459DEFBC1733}"/>
              </a:ext>
            </a:extLst>
          </p:cNvPr>
          <p:cNvSpPr>
            <a:spLocks noGrp="1"/>
          </p:cNvSpPr>
          <p:nvPr>
            <p:ph type="body" sz="quarter" idx="24" hasCustomPrompt="1"/>
          </p:nvPr>
        </p:nvSpPr>
        <p:spPr>
          <a:xfrm>
            <a:off x="4314825" y="1436688"/>
            <a:ext cx="1595438" cy="581025"/>
          </a:xfrm>
        </p:spPr>
        <p:txBody>
          <a:bodyPr lIns="90000" tIns="46800" rIns="90000" bIns="46800" anchor="ctr">
            <a:noAutofit/>
          </a:bodyPr>
          <a:lstStyle>
            <a:lvl1pPr marL="0" indent="0">
              <a:buNone/>
              <a:defRPr sz="2000">
                <a:solidFill>
                  <a:schemeClr val="tx1"/>
                </a:solidFill>
                <a:latin typeface="+mj-lt"/>
              </a:defRPr>
            </a:lvl1pPr>
            <a:lvl2pPr marL="228600" indent="0" algn="ctr">
              <a:buNone/>
              <a:defRPr>
                <a:solidFill>
                  <a:schemeClr val="bg1"/>
                </a:solidFill>
                <a:latin typeface="+mj-lt"/>
              </a:defRPr>
            </a:lvl2pPr>
          </a:lstStyle>
          <a:p>
            <a:pPr lvl="0"/>
            <a:r>
              <a:rPr lang="en-US"/>
              <a:t>Label</a:t>
            </a:r>
          </a:p>
        </p:txBody>
      </p:sp>
      <p:cxnSp>
        <p:nvCxnSpPr>
          <p:cNvPr id="31" name="Straight Connector 30">
            <a:extLst>
              <a:ext uri="{FF2B5EF4-FFF2-40B4-BE49-F238E27FC236}">
                <a16:creationId xmlns:a16="http://schemas.microsoft.com/office/drawing/2014/main" id="{85FB5306-5527-0B40-80C7-DB5C8423B952}"/>
              </a:ext>
              <a:ext uri="{C183D7F6-B498-43B3-948B-1728B52AA6E4}">
                <adec:decorative xmlns:adec="http://schemas.microsoft.com/office/drawing/2017/decorative" val="1"/>
              </a:ext>
            </a:extLst>
          </p:cNvPr>
          <p:cNvCxnSpPr>
            <a:cxnSpLocks/>
          </p:cNvCxnSpPr>
          <p:nvPr userDrawn="1"/>
        </p:nvCxnSpPr>
        <p:spPr>
          <a:xfrm>
            <a:off x="4314825" y="2015240"/>
            <a:ext cx="1595438" cy="0"/>
          </a:xfrm>
          <a:prstGeom prst="line">
            <a:avLst/>
          </a:prstGeom>
          <a:ln w="25400" cap="sq">
            <a:gradFill>
              <a:gsLst>
                <a:gs pos="60000">
                  <a:srgbClr val="61C5BE"/>
                </a:gs>
                <a:gs pos="29000">
                  <a:srgbClr val="FFF200"/>
                </a:gs>
                <a:gs pos="100000">
                  <a:schemeClr val="accent5"/>
                </a:gs>
              </a:gsLst>
              <a:lin ang="0" scaled="0"/>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14825" y="2137143"/>
            <a:ext cx="1603375" cy="646331"/>
          </a:xfrm>
        </p:spPr>
        <p:txBody>
          <a:bodyPr lIns="90000" anchor="t"/>
          <a:lstStyle>
            <a:lvl1pPr marL="179388" indent="-179388">
              <a:spcBef>
                <a:spcPts val="400"/>
              </a:spcBef>
              <a:buSzPct val="100000"/>
              <a:buFont typeface="Arial" panose="020B0604020202020204" pitchFamily="34" charset="0"/>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43" name="Text Placeholder 28">
            <a:extLst>
              <a:ext uri="{FF2B5EF4-FFF2-40B4-BE49-F238E27FC236}">
                <a16:creationId xmlns:a16="http://schemas.microsoft.com/office/drawing/2014/main" id="{E66FAAC7-8AEC-104A-A5DD-4AEB7AA585A9}"/>
              </a:ext>
            </a:extLst>
          </p:cNvPr>
          <p:cNvSpPr>
            <a:spLocks noGrp="1"/>
          </p:cNvSpPr>
          <p:nvPr>
            <p:ph type="body" sz="quarter" idx="25" hasCustomPrompt="1"/>
          </p:nvPr>
        </p:nvSpPr>
        <p:spPr>
          <a:xfrm>
            <a:off x="6281737" y="1436688"/>
            <a:ext cx="1595438" cy="581025"/>
          </a:xfrm>
        </p:spPr>
        <p:txBody>
          <a:bodyPr lIns="90000" tIns="46800" rIns="90000" bIns="46800" anchor="ctr">
            <a:noAutofit/>
          </a:bodyPr>
          <a:lstStyle>
            <a:lvl1pPr marL="0" indent="0">
              <a:buNone/>
              <a:defRPr sz="2000">
                <a:solidFill>
                  <a:schemeClr val="tx1"/>
                </a:solidFill>
                <a:latin typeface="+mj-lt"/>
              </a:defRPr>
            </a:lvl1pPr>
            <a:lvl2pPr marL="228600" indent="0" algn="ctr">
              <a:buNone/>
              <a:defRPr>
                <a:solidFill>
                  <a:schemeClr val="bg1"/>
                </a:solidFill>
                <a:latin typeface="+mj-lt"/>
              </a:defRPr>
            </a:lvl2pPr>
          </a:lstStyle>
          <a:p>
            <a:pPr lvl="0"/>
            <a:r>
              <a:rPr lang="en-US"/>
              <a:t>Label</a:t>
            </a:r>
          </a:p>
        </p:txBody>
      </p:sp>
      <p:cxnSp>
        <p:nvCxnSpPr>
          <p:cNvPr id="32" name="Straight Connector 31">
            <a:extLst>
              <a:ext uri="{FF2B5EF4-FFF2-40B4-BE49-F238E27FC236}">
                <a16:creationId xmlns:a16="http://schemas.microsoft.com/office/drawing/2014/main" id="{93971A8C-E65D-6B49-ADA2-293469DDD7BC}"/>
              </a:ext>
              <a:ext uri="{C183D7F6-B498-43B3-948B-1728B52AA6E4}">
                <adec:decorative xmlns:adec="http://schemas.microsoft.com/office/drawing/2017/decorative" val="1"/>
              </a:ext>
            </a:extLst>
          </p:cNvPr>
          <p:cNvCxnSpPr>
            <a:cxnSpLocks/>
          </p:cNvCxnSpPr>
          <p:nvPr userDrawn="1"/>
        </p:nvCxnSpPr>
        <p:spPr>
          <a:xfrm>
            <a:off x="6281737" y="2017713"/>
            <a:ext cx="1595438" cy="0"/>
          </a:xfrm>
          <a:prstGeom prst="line">
            <a:avLst/>
          </a:prstGeom>
          <a:ln w="25400" cap="sq">
            <a:gradFill>
              <a:gsLst>
                <a:gs pos="60000">
                  <a:srgbClr val="61C5BE"/>
                </a:gs>
                <a:gs pos="29000">
                  <a:srgbClr val="FFF200"/>
                </a:gs>
                <a:gs pos="100000">
                  <a:schemeClr val="accent5"/>
                </a:gs>
              </a:gsLst>
              <a:lin ang="0" scaled="0"/>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80150" y="2137143"/>
            <a:ext cx="1597025" cy="646331"/>
          </a:xfrm>
        </p:spPr>
        <p:txBody>
          <a:bodyPr lIns="90000" anchor="t"/>
          <a:lstStyle>
            <a:lvl1pPr marL="179388" indent="-179388">
              <a:spcBef>
                <a:spcPts val="400"/>
              </a:spcBef>
              <a:buSzPct val="100000"/>
              <a:buFont typeface="Arial" panose="020B0604020202020204" pitchFamily="34" charset="0"/>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44" name="Text Placeholder 28">
            <a:extLst>
              <a:ext uri="{FF2B5EF4-FFF2-40B4-BE49-F238E27FC236}">
                <a16:creationId xmlns:a16="http://schemas.microsoft.com/office/drawing/2014/main" id="{5E1D2D98-23BB-FF4A-95AC-2A429CDF840F}"/>
              </a:ext>
            </a:extLst>
          </p:cNvPr>
          <p:cNvSpPr>
            <a:spLocks noGrp="1"/>
          </p:cNvSpPr>
          <p:nvPr>
            <p:ph type="body" sz="quarter" idx="26" hasCustomPrompt="1"/>
          </p:nvPr>
        </p:nvSpPr>
        <p:spPr>
          <a:xfrm>
            <a:off x="8248649" y="1436688"/>
            <a:ext cx="1595438" cy="581025"/>
          </a:xfrm>
        </p:spPr>
        <p:txBody>
          <a:bodyPr lIns="90000" tIns="46800" rIns="90000" bIns="46800" anchor="ctr">
            <a:noAutofit/>
          </a:bodyPr>
          <a:lstStyle>
            <a:lvl1pPr marL="0" indent="0">
              <a:buNone/>
              <a:defRPr sz="2000">
                <a:solidFill>
                  <a:schemeClr val="tx1"/>
                </a:solidFill>
                <a:latin typeface="+mj-lt"/>
              </a:defRPr>
            </a:lvl1pPr>
            <a:lvl2pPr marL="228600" indent="0" algn="ctr">
              <a:buNone/>
              <a:defRPr>
                <a:solidFill>
                  <a:schemeClr val="bg1"/>
                </a:solidFill>
                <a:latin typeface="+mj-lt"/>
              </a:defRPr>
            </a:lvl2pPr>
          </a:lstStyle>
          <a:p>
            <a:pPr lvl="0"/>
            <a:r>
              <a:rPr lang="en-US"/>
              <a:t>Label</a:t>
            </a:r>
          </a:p>
        </p:txBody>
      </p:sp>
      <p:cxnSp>
        <p:nvCxnSpPr>
          <p:cNvPr id="33" name="Straight Connector 32">
            <a:extLst>
              <a:ext uri="{FF2B5EF4-FFF2-40B4-BE49-F238E27FC236}">
                <a16:creationId xmlns:a16="http://schemas.microsoft.com/office/drawing/2014/main" id="{291A700F-7F45-F94C-A435-F7EE30C70A7E}"/>
              </a:ext>
              <a:ext uri="{C183D7F6-B498-43B3-948B-1728B52AA6E4}">
                <adec:decorative xmlns:adec="http://schemas.microsoft.com/office/drawing/2017/decorative" val="1"/>
              </a:ext>
            </a:extLst>
          </p:cNvPr>
          <p:cNvCxnSpPr>
            <a:cxnSpLocks/>
          </p:cNvCxnSpPr>
          <p:nvPr userDrawn="1"/>
        </p:nvCxnSpPr>
        <p:spPr>
          <a:xfrm>
            <a:off x="8248649" y="2017713"/>
            <a:ext cx="1595438" cy="0"/>
          </a:xfrm>
          <a:prstGeom prst="line">
            <a:avLst/>
          </a:prstGeom>
          <a:ln w="25400" cap="sq">
            <a:gradFill>
              <a:gsLst>
                <a:gs pos="60000">
                  <a:srgbClr val="61C5BE"/>
                </a:gs>
                <a:gs pos="29000">
                  <a:srgbClr val="FFF200"/>
                </a:gs>
                <a:gs pos="100000">
                  <a:schemeClr val="accent5"/>
                </a:gs>
              </a:gsLst>
              <a:lin ang="0" scaled="0"/>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251824" y="2137143"/>
            <a:ext cx="1592263" cy="646331"/>
          </a:xfrm>
        </p:spPr>
        <p:txBody>
          <a:bodyPr lIns="90000" anchor="t"/>
          <a:lstStyle>
            <a:lvl1pPr marL="179388" indent="-179388">
              <a:spcBef>
                <a:spcPts val="400"/>
              </a:spcBef>
              <a:buSzPct val="100000"/>
              <a:buFont typeface="Arial" panose="020B0604020202020204" pitchFamily="34" charset="0"/>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45" name="Text Placeholder 28">
            <a:extLst>
              <a:ext uri="{FF2B5EF4-FFF2-40B4-BE49-F238E27FC236}">
                <a16:creationId xmlns:a16="http://schemas.microsoft.com/office/drawing/2014/main" id="{527C7347-F791-F945-A658-6E2EC13C6393}"/>
              </a:ext>
            </a:extLst>
          </p:cNvPr>
          <p:cNvSpPr>
            <a:spLocks noGrp="1"/>
          </p:cNvSpPr>
          <p:nvPr>
            <p:ph type="body" sz="quarter" idx="27" hasCustomPrompt="1"/>
          </p:nvPr>
        </p:nvSpPr>
        <p:spPr>
          <a:xfrm>
            <a:off x="10215562" y="1436688"/>
            <a:ext cx="1595438" cy="581025"/>
          </a:xfrm>
        </p:spPr>
        <p:txBody>
          <a:bodyPr lIns="90000" tIns="46800" rIns="90000" bIns="46800" anchor="ctr">
            <a:noAutofit/>
          </a:bodyPr>
          <a:lstStyle>
            <a:lvl1pPr marL="0" indent="0">
              <a:buNone/>
              <a:defRPr sz="2000">
                <a:solidFill>
                  <a:schemeClr val="tx1"/>
                </a:solidFill>
                <a:latin typeface="+mj-lt"/>
              </a:defRPr>
            </a:lvl1pPr>
            <a:lvl2pPr marL="228600" indent="0" algn="ctr">
              <a:buNone/>
              <a:defRPr>
                <a:solidFill>
                  <a:schemeClr val="bg1"/>
                </a:solidFill>
                <a:latin typeface="+mj-lt"/>
              </a:defRPr>
            </a:lvl2pPr>
          </a:lstStyle>
          <a:p>
            <a:pPr lvl="0"/>
            <a:r>
              <a:rPr lang="en-US"/>
              <a:t>Label</a:t>
            </a:r>
          </a:p>
        </p:txBody>
      </p:sp>
      <p:cxnSp>
        <p:nvCxnSpPr>
          <p:cNvPr id="34" name="Straight Connector 33">
            <a:extLst>
              <a:ext uri="{FF2B5EF4-FFF2-40B4-BE49-F238E27FC236}">
                <a16:creationId xmlns:a16="http://schemas.microsoft.com/office/drawing/2014/main" id="{18EA0204-C4C9-6644-861D-6EB50FE04062}"/>
              </a:ext>
              <a:ext uri="{C183D7F6-B498-43B3-948B-1728B52AA6E4}">
                <adec:decorative xmlns:adec="http://schemas.microsoft.com/office/drawing/2017/decorative" val="1"/>
              </a:ext>
            </a:extLst>
          </p:cNvPr>
          <p:cNvCxnSpPr>
            <a:cxnSpLocks/>
          </p:cNvCxnSpPr>
          <p:nvPr userDrawn="1"/>
        </p:nvCxnSpPr>
        <p:spPr>
          <a:xfrm>
            <a:off x="10215562" y="2017713"/>
            <a:ext cx="1595438" cy="0"/>
          </a:xfrm>
          <a:prstGeom prst="line">
            <a:avLst/>
          </a:prstGeom>
          <a:ln w="25400" cap="sq">
            <a:gradFill>
              <a:gsLst>
                <a:gs pos="60000">
                  <a:srgbClr val="61C5BE"/>
                </a:gs>
                <a:gs pos="29000">
                  <a:srgbClr val="FFF200"/>
                </a:gs>
                <a:gs pos="100000">
                  <a:schemeClr val="accent5"/>
                </a:gs>
              </a:gsLst>
              <a:lin ang="0" scaled="0"/>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215562" y="2137143"/>
            <a:ext cx="1595438" cy="646331"/>
          </a:xfrm>
        </p:spPr>
        <p:txBody>
          <a:bodyPr lIns="90000" anchor="t"/>
          <a:lstStyle>
            <a:lvl1pPr marL="179388" indent="-179388">
              <a:spcBef>
                <a:spcPts val="400"/>
              </a:spcBef>
              <a:buSzPct val="100000"/>
              <a:buFont typeface="Arial" panose="020B0604020202020204" pitchFamily="34" charset="0"/>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46" name="Text Placeholder 28">
            <a:extLst>
              <a:ext uri="{FF2B5EF4-FFF2-40B4-BE49-F238E27FC236}">
                <a16:creationId xmlns:a16="http://schemas.microsoft.com/office/drawing/2014/main" id="{8172C080-65E1-3C46-99C0-978870D28AF8}"/>
              </a:ext>
            </a:extLst>
          </p:cNvPr>
          <p:cNvSpPr>
            <a:spLocks noGrp="1"/>
          </p:cNvSpPr>
          <p:nvPr>
            <p:ph type="body" sz="quarter" idx="28" hasCustomPrompt="1"/>
          </p:nvPr>
        </p:nvSpPr>
        <p:spPr>
          <a:xfrm>
            <a:off x="381000" y="3789040"/>
            <a:ext cx="1595439" cy="581025"/>
          </a:xfrm>
        </p:spPr>
        <p:txBody>
          <a:bodyPr lIns="90000" tIns="46800" rIns="90000" bIns="46800" anchor="ctr">
            <a:noAutofit/>
          </a:bodyPr>
          <a:lstStyle>
            <a:lvl1pPr marL="0" indent="0">
              <a:buNone/>
              <a:defRPr sz="2000">
                <a:solidFill>
                  <a:schemeClr val="tx1"/>
                </a:solidFill>
                <a:latin typeface="+mj-lt"/>
              </a:defRPr>
            </a:lvl1pPr>
            <a:lvl2pPr marL="228600" indent="0" algn="ctr">
              <a:buNone/>
              <a:defRPr>
                <a:solidFill>
                  <a:schemeClr val="bg1"/>
                </a:solidFill>
                <a:latin typeface="+mj-lt"/>
              </a:defRPr>
            </a:lvl2pPr>
          </a:lstStyle>
          <a:p>
            <a:pPr lvl="0"/>
            <a:r>
              <a:rPr lang="en-US"/>
              <a:t>Label</a:t>
            </a:r>
          </a:p>
        </p:txBody>
      </p:sp>
      <p:cxnSp>
        <p:nvCxnSpPr>
          <p:cNvPr id="35" name="Straight Connector 34">
            <a:extLst>
              <a:ext uri="{FF2B5EF4-FFF2-40B4-BE49-F238E27FC236}">
                <a16:creationId xmlns:a16="http://schemas.microsoft.com/office/drawing/2014/main" id="{C21346A5-A33F-5946-9543-99C299D786AC}"/>
              </a:ext>
              <a:ext uri="{C183D7F6-B498-43B3-948B-1728B52AA6E4}">
                <adec:decorative xmlns:adec="http://schemas.microsoft.com/office/drawing/2017/decorative" val="1"/>
              </a:ext>
            </a:extLst>
          </p:cNvPr>
          <p:cNvCxnSpPr>
            <a:cxnSpLocks/>
          </p:cNvCxnSpPr>
          <p:nvPr userDrawn="1"/>
        </p:nvCxnSpPr>
        <p:spPr>
          <a:xfrm>
            <a:off x="381000" y="4365104"/>
            <a:ext cx="1595438" cy="0"/>
          </a:xfrm>
          <a:prstGeom prst="line">
            <a:avLst/>
          </a:prstGeom>
          <a:ln w="25400" cap="sq">
            <a:gradFill>
              <a:gsLst>
                <a:gs pos="60000">
                  <a:srgbClr val="61C5BE"/>
                </a:gs>
                <a:gs pos="29000">
                  <a:srgbClr val="FFF200"/>
                </a:gs>
                <a:gs pos="100000">
                  <a:schemeClr val="accent5"/>
                </a:gs>
              </a:gsLst>
              <a:lin ang="0" scaled="0"/>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381000" y="4509120"/>
            <a:ext cx="1595438" cy="646331"/>
          </a:xfrm>
        </p:spPr>
        <p:txBody>
          <a:bodyPr lIns="90000" anchor="t"/>
          <a:lstStyle>
            <a:lvl1pPr marL="179388" indent="-179388">
              <a:spcBef>
                <a:spcPts val="400"/>
              </a:spcBef>
              <a:buSzPct val="100000"/>
              <a:buFont typeface="Arial" panose="020B0604020202020204" pitchFamily="34" charset="0"/>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47" name="Text Placeholder 28">
            <a:extLst>
              <a:ext uri="{FF2B5EF4-FFF2-40B4-BE49-F238E27FC236}">
                <a16:creationId xmlns:a16="http://schemas.microsoft.com/office/drawing/2014/main" id="{4928442B-3D98-0B48-9333-273D8587E0E3}"/>
              </a:ext>
            </a:extLst>
          </p:cNvPr>
          <p:cNvSpPr>
            <a:spLocks noGrp="1"/>
          </p:cNvSpPr>
          <p:nvPr>
            <p:ph type="body" sz="quarter" idx="29" hasCustomPrompt="1"/>
          </p:nvPr>
        </p:nvSpPr>
        <p:spPr>
          <a:xfrm>
            <a:off x="2347913" y="3789040"/>
            <a:ext cx="1595438" cy="581025"/>
          </a:xfrm>
        </p:spPr>
        <p:txBody>
          <a:bodyPr lIns="90000" tIns="46800" rIns="90000" bIns="46800" anchor="ctr">
            <a:noAutofit/>
          </a:bodyPr>
          <a:lstStyle>
            <a:lvl1pPr marL="0" indent="0">
              <a:buNone/>
              <a:defRPr sz="2000">
                <a:solidFill>
                  <a:schemeClr val="tx1"/>
                </a:solidFill>
                <a:latin typeface="+mj-lt"/>
              </a:defRPr>
            </a:lvl1pPr>
            <a:lvl2pPr marL="228600" indent="0" algn="ctr">
              <a:buNone/>
              <a:defRPr>
                <a:solidFill>
                  <a:schemeClr val="bg1"/>
                </a:solidFill>
                <a:latin typeface="+mj-lt"/>
              </a:defRPr>
            </a:lvl2pPr>
          </a:lstStyle>
          <a:p>
            <a:pPr lvl="0"/>
            <a:r>
              <a:rPr lang="en-US"/>
              <a:t>Label</a:t>
            </a:r>
          </a:p>
        </p:txBody>
      </p:sp>
      <p:cxnSp>
        <p:nvCxnSpPr>
          <p:cNvPr id="36" name="Straight Connector 35">
            <a:extLst>
              <a:ext uri="{FF2B5EF4-FFF2-40B4-BE49-F238E27FC236}">
                <a16:creationId xmlns:a16="http://schemas.microsoft.com/office/drawing/2014/main" id="{524EA3CD-0BD7-E747-A4EB-45424A3C1987}"/>
              </a:ext>
              <a:ext uri="{C183D7F6-B498-43B3-948B-1728B52AA6E4}">
                <adec:decorative xmlns:adec="http://schemas.microsoft.com/office/drawing/2017/decorative" val="1"/>
              </a:ext>
            </a:extLst>
          </p:cNvPr>
          <p:cNvCxnSpPr>
            <a:cxnSpLocks/>
          </p:cNvCxnSpPr>
          <p:nvPr userDrawn="1"/>
        </p:nvCxnSpPr>
        <p:spPr>
          <a:xfrm>
            <a:off x="2347913" y="4365104"/>
            <a:ext cx="1595438" cy="0"/>
          </a:xfrm>
          <a:prstGeom prst="line">
            <a:avLst/>
          </a:prstGeom>
          <a:ln w="25400" cap="sq">
            <a:gradFill>
              <a:gsLst>
                <a:gs pos="60000">
                  <a:srgbClr val="61C5BE"/>
                </a:gs>
                <a:gs pos="29000">
                  <a:srgbClr val="FFF200"/>
                </a:gs>
                <a:gs pos="100000">
                  <a:schemeClr val="accent5"/>
                </a:gs>
              </a:gsLst>
              <a:lin ang="0" scaled="0"/>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347913" y="4509120"/>
            <a:ext cx="1595438" cy="646331"/>
          </a:xfrm>
        </p:spPr>
        <p:txBody>
          <a:bodyPr lIns="90000" anchor="t"/>
          <a:lstStyle>
            <a:lvl1pPr marL="179388" indent="-179388">
              <a:spcBef>
                <a:spcPts val="400"/>
              </a:spcBef>
              <a:buSzPct val="100000"/>
              <a:buFont typeface="Arial" panose="020B0604020202020204" pitchFamily="34" charset="0"/>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48" name="Text Placeholder 28">
            <a:extLst>
              <a:ext uri="{FF2B5EF4-FFF2-40B4-BE49-F238E27FC236}">
                <a16:creationId xmlns:a16="http://schemas.microsoft.com/office/drawing/2014/main" id="{2961F7B7-1EDB-2C43-951E-B36532A1E791}"/>
              </a:ext>
            </a:extLst>
          </p:cNvPr>
          <p:cNvSpPr>
            <a:spLocks noGrp="1"/>
          </p:cNvSpPr>
          <p:nvPr>
            <p:ph type="body" sz="quarter" idx="30" hasCustomPrompt="1"/>
          </p:nvPr>
        </p:nvSpPr>
        <p:spPr>
          <a:xfrm>
            <a:off x="4314825" y="3789040"/>
            <a:ext cx="1595438" cy="581025"/>
          </a:xfrm>
        </p:spPr>
        <p:txBody>
          <a:bodyPr lIns="90000" tIns="46800" rIns="90000" bIns="46800" anchor="ctr">
            <a:noAutofit/>
          </a:bodyPr>
          <a:lstStyle>
            <a:lvl1pPr marL="0" indent="0">
              <a:buNone/>
              <a:defRPr sz="2000">
                <a:solidFill>
                  <a:schemeClr val="tx1"/>
                </a:solidFill>
                <a:latin typeface="+mj-lt"/>
              </a:defRPr>
            </a:lvl1pPr>
            <a:lvl2pPr marL="228600" indent="0" algn="ctr">
              <a:buNone/>
              <a:defRPr>
                <a:solidFill>
                  <a:schemeClr val="bg1"/>
                </a:solidFill>
                <a:latin typeface="+mj-lt"/>
              </a:defRPr>
            </a:lvl2pPr>
          </a:lstStyle>
          <a:p>
            <a:pPr lvl="0"/>
            <a:r>
              <a:rPr lang="en-US"/>
              <a:t>Label</a:t>
            </a:r>
          </a:p>
        </p:txBody>
      </p:sp>
      <p:cxnSp>
        <p:nvCxnSpPr>
          <p:cNvPr id="37" name="Straight Connector 36">
            <a:extLst>
              <a:ext uri="{FF2B5EF4-FFF2-40B4-BE49-F238E27FC236}">
                <a16:creationId xmlns:a16="http://schemas.microsoft.com/office/drawing/2014/main" id="{DB66C269-8DE0-714D-AB7A-BA133A81E3C7}"/>
              </a:ext>
              <a:ext uri="{C183D7F6-B498-43B3-948B-1728B52AA6E4}">
                <adec:decorative xmlns:adec="http://schemas.microsoft.com/office/drawing/2017/decorative" val="1"/>
              </a:ext>
            </a:extLst>
          </p:cNvPr>
          <p:cNvCxnSpPr>
            <a:cxnSpLocks/>
          </p:cNvCxnSpPr>
          <p:nvPr userDrawn="1"/>
        </p:nvCxnSpPr>
        <p:spPr>
          <a:xfrm>
            <a:off x="4314825" y="4362631"/>
            <a:ext cx="1595438" cy="0"/>
          </a:xfrm>
          <a:prstGeom prst="line">
            <a:avLst/>
          </a:prstGeom>
          <a:ln w="25400" cap="sq">
            <a:gradFill>
              <a:gsLst>
                <a:gs pos="60000">
                  <a:srgbClr val="61C5BE"/>
                </a:gs>
                <a:gs pos="29000">
                  <a:srgbClr val="FFF200"/>
                </a:gs>
                <a:gs pos="100000">
                  <a:schemeClr val="accent5"/>
                </a:gs>
              </a:gsLst>
              <a:lin ang="0" scaled="0"/>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14825" y="4509120"/>
            <a:ext cx="1603375" cy="646331"/>
          </a:xfrm>
        </p:spPr>
        <p:txBody>
          <a:bodyPr lIns="90000" anchor="t"/>
          <a:lstStyle>
            <a:lvl1pPr marL="179388" indent="-179388">
              <a:spcBef>
                <a:spcPts val="400"/>
              </a:spcBef>
              <a:buSzPct val="100000"/>
              <a:buFont typeface="Arial" panose="020B0604020202020204" pitchFamily="34" charset="0"/>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49" name="Text Placeholder 28">
            <a:extLst>
              <a:ext uri="{FF2B5EF4-FFF2-40B4-BE49-F238E27FC236}">
                <a16:creationId xmlns:a16="http://schemas.microsoft.com/office/drawing/2014/main" id="{6345ABD8-4C05-A749-91A9-2D1F286CB735}"/>
              </a:ext>
            </a:extLst>
          </p:cNvPr>
          <p:cNvSpPr>
            <a:spLocks noGrp="1"/>
          </p:cNvSpPr>
          <p:nvPr>
            <p:ph type="body" sz="quarter" idx="31" hasCustomPrompt="1"/>
          </p:nvPr>
        </p:nvSpPr>
        <p:spPr>
          <a:xfrm>
            <a:off x="6281737" y="3789040"/>
            <a:ext cx="1595438" cy="581025"/>
          </a:xfrm>
        </p:spPr>
        <p:txBody>
          <a:bodyPr lIns="90000" tIns="46800" rIns="90000" bIns="46800" anchor="ctr">
            <a:noAutofit/>
          </a:bodyPr>
          <a:lstStyle>
            <a:lvl1pPr marL="0" indent="0">
              <a:buNone/>
              <a:defRPr sz="2000">
                <a:solidFill>
                  <a:schemeClr val="tx1"/>
                </a:solidFill>
                <a:latin typeface="+mj-lt"/>
              </a:defRPr>
            </a:lvl1pPr>
            <a:lvl2pPr marL="228600" indent="0" algn="ctr">
              <a:buNone/>
              <a:defRPr>
                <a:solidFill>
                  <a:schemeClr val="bg1"/>
                </a:solidFill>
                <a:latin typeface="+mj-lt"/>
              </a:defRPr>
            </a:lvl2pPr>
          </a:lstStyle>
          <a:p>
            <a:pPr lvl="0"/>
            <a:r>
              <a:rPr lang="en-US"/>
              <a:t>Label</a:t>
            </a:r>
          </a:p>
        </p:txBody>
      </p:sp>
      <p:cxnSp>
        <p:nvCxnSpPr>
          <p:cNvPr id="38" name="Straight Connector 37">
            <a:extLst>
              <a:ext uri="{FF2B5EF4-FFF2-40B4-BE49-F238E27FC236}">
                <a16:creationId xmlns:a16="http://schemas.microsoft.com/office/drawing/2014/main" id="{C3539B16-CE2C-3A4D-B528-4C530EFD148D}"/>
              </a:ext>
              <a:ext uri="{C183D7F6-B498-43B3-948B-1728B52AA6E4}">
                <adec:decorative xmlns:adec="http://schemas.microsoft.com/office/drawing/2017/decorative" val="1"/>
              </a:ext>
            </a:extLst>
          </p:cNvPr>
          <p:cNvCxnSpPr>
            <a:cxnSpLocks/>
          </p:cNvCxnSpPr>
          <p:nvPr userDrawn="1"/>
        </p:nvCxnSpPr>
        <p:spPr>
          <a:xfrm>
            <a:off x="6281737" y="4365104"/>
            <a:ext cx="1595438" cy="0"/>
          </a:xfrm>
          <a:prstGeom prst="line">
            <a:avLst/>
          </a:prstGeom>
          <a:ln w="25400" cap="sq">
            <a:gradFill>
              <a:gsLst>
                <a:gs pos="60000">
                  <a:srgbClr val="61C5BE"/>
                </a:gs>
                <a:gs pos="29000">
                  <a:srgbClr val="FFF200"/>
                </a:gs>
                <a:gs pos="100000">
                  <a:schemeClr val="accent5"/>
                </a:gs>
              </a:gsLst>
              <a:lin ang="0" scaled="0"/>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80150" y="4509120"/>
            <a:ext cx="1597025" cy="646331"/>
          </a:xfrm>
        </p:spPr>
        <p:txBody>
          <a:bodyPr lIns="90000" anchor="t"/>
          <a:lstStyle>
            <a:lvl1pPr marL="179388" indent="-179388">
              <a:spcBef>
                <a:spcPts val="400"/>
              </a:spcBef>
              <a:buSzPct val="100000"/>
              <a:buFont typeface="Arial" panose="020B0604020202020204" pitchFamily="34" charset="0"/>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50" name="Text Placeholder 28">
            <a:extLst>
              <a:ext uri="{FF2B5EF4-FFF2-40B4-BE49-F238E27FC236}">
                <a16:creationId xmlns:a16="http://schemas.microsoft.com/office/drawing/2014/main" id="{40D75468-C5B7-204E-BE74-7892BA35FF75}"/>
              </a:ext>
            </a:extLst>
          </p:cNvPr>
          <p:cNvSpPr>
            <a:spLocks noGrp="1"/>
          </p:cNvSpPr>
          <p:nvPr>
            <p:ph type="body" sz="quarter" idx="32" hasCustomPrompt="1"/>
          </p:nvPr>
        </p:nvSpPr>
        <p:spPr>
          <a:xfrm>
            <a:off x="8248649" y="3789040"/>
            <a:ext cx="1595438" cy="581025"/>
          </a:xfrm>
        </p:spPr>
        <p:txBody>
          <a:bodyPr lIns="90000" tIns="46800" rIns="90000" bIns="46800" anchor="ctr">
            <a:noAutofit/>
          </a:bodyPr>
          <a:lstStyle>
            <a:lvl1pPr marL="0" indent="0">
              <a:buNone/>
              <a:defRPr sz="2000">
                <a:solidFill>
                  <a:schemeClr val="tx1"/>
                </a:solidFill>
                <a:latin typeface="+mj-lt"/>
              </a:defRPr>
            </a:lvl1pPr>
            <a:lvl2pPr marL="228600" indent="0" algn="ctr">
              <a:buNone/>
              <a:defRPr>
                <a:solidFill>
                  <a:schemeClr val="bg1"/>
                </a:solidFill>
                <a:latin typeface="+mj-lt"/>
              </a:defRPr>
            </a:lvl2pPr>
          </a:lstStyle>
          <a:p>
            <a:pPr lvl="0"/>
            <a:r>
              <a:rPr lang="en-US"/>
              <a:t>Label</a:t>
            </a:r>
          </a:p>
        </p:txBody>
      </p:sp>
      <p:cxnSp>
        <p:nvCxnSpPr>
          <p:cNvPr id="39" name="Straight Connector 38">
            <a:extLst>
              <a:ext uri="{FF2B5EF4-FFF2-40B4-BE49-F238E27FC236}">
                <a16:creationId xmlns:a16="http://schemas.microsoft.com/office/drawing/2014/main" id="{CA683FC3-D470-6642-8CD2-833A816B7C06}"/>
              </a:ext>
              <a:ext uri="{C183D7F6-B498-43B3-948B-1728B52AA6E4}">
                <adec:decorative xmlns:adec="http://schemas.microsoft.com/office/drawing/2017/decorative" val="1"/>
              </a:ext>
            </a:extLst>
          </p:cNvPr>
          <p:cNvCxnSpPr>
            <a:cxnSpLocks/>
          </p:cNvCxnSpPr>
          <p:nvPr userDrawn="1"/>
        </p:nvCxnSpPr>
        <p:spPr>
          <a:xfrm>
            <a:off x="8248649" y="4365104"/>
            <a:ext cx="1595438" cy="0"/>
          </a:xfrm>
          <a:prstGeom prst="line">
            <a:avLst/>
          </a:prstGeom>
          <a:ln w="25400" cap="sq">
            <a:gradFill>
              <a:gsLst>
                <a:gs pos="60000">
                  <a:srgbClr val="61C5BE"/>
                </a:gs>
                <a:gs pos="29000">
                  <a:srgbClr val="FFF200"/>
                </a:gs>
                <a:gs pos="100000">
                  <a:schemeClr val="accent5"/>
                </a:gs>
              </a:gsLst>
              <a:lin ang="0" scaled="0"/>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251824" y="4509120"/>
            <a:ext cx="1592263" cy="646331"/>
          </a:xfrm>
        </p:spPr>
        <p:txBody>
          <a:bodyPr lIns="90000" anchor="t"/>
          <a:lstStyle>
            <a:lvl1pPr marL="179388" indent="-179388">
              <a:spcBef>
                <a:spcPts val="400"/>
              </a:spcBef>
              <a:buSzPct val="100000"/>
              <a:buFont typeface="Arial" panose="020B0604020202020204" pitchFamily="34" charset="0"/>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51" name="Text Placeholder 28">
            <a:extLst>
              <a:ext uri="{FF2B5EF4-FFF2-40B4-BE49-F238E27FC236}">
                <a16:creationId xmlns:a16="http://schemas.microsoft.com/office/drawing/2014/main" id="{C0D28E3D-12EC-FE42-A86A-CE63CE12A178}"/>
              </a:ext>
            </a:extLst>
          </p:cNvPr>
          <p:cNvSpPr>
            <a:spLocks noGrp="1"/>
          </p:cNvSpPr>
          <p:nvPr>
            <p:ph type="body" sz="quarter" idx="33" hasCustomPrompt="1"/>
          </p:nvPr>
        </p:nvSpPr>
        <p:spPr>
          <a:xfrm>
            <a:off x="10215562" y="3789040"/>
            <a:ext cx="1595438" cy="581025"/>
          </a:xfrm>
        </p:spPr>
        <p:txBody>
          <a:bodyPr lIns="90000" tIns="46800" rIns="90000" bIns="46800" anchor="ctr">
            <a:noAutofit/>
          </a:bodyPr>
          <a:lstStyle>
            <a:lvl1pPr marL="0" indent="0">
              <a:buNone/>
              <a:defRPr sz="2000">
                <a:solidFill>
                  <a:schemeClr val="tx1"/>
                </a:solidFill>
                <a:latin typeface="+mj-lt"/>
              </a:defRPr>
            </a:lvl1pPr>
            <a:lvl2pPr marL="228600" indent="0" algn="ctr">
              <a:buNone/>
              <a:defRPr>
                <a:solidFill>
                  <a:schemeClr val="bg1"/>
                </a:solidFill>
                <a:latin typeface="+mj-lt"/>
              </a:defRPr>
            </a:lvl2pPr>
          </a:lstStyle>
          <a:p>
            <a:pPr lvl="0"/>
            <a:r>
              <a:rPr lang="en-US"/>
              <a:t>Label</a:t>
            </a:r>
          </a:p>
        </p:txBody>
      </p:sp>
      <p:cxnSp>
        <p:nvCxnSpPr>
          <p:cNvPr id="40" name="Straight Connector 39">
            <a:extLst>
              <a:ext uri="{FF2B5EF4-FFF2-40B4-BE49-F238E27FC236}">
                <a16:creationId xmlns:a16="http://schemas.microsoft.com/office/drawing/2014/main" id="{F13A02AF-593E-A740-8AA5-3E98EC7712B3}"/>
              </a:ext>
              <a:ext uri="{C183D7F6-B498-43B3-948B-1728B52AA6E4}">
                <adec:decorative xmlns:adec="http://schemas.microsoft.com/office/drawing/2017/decorative" val="1"/>
              </a:ext>
            </a:extLst>
          </p:cNvPr>
          <p:cNvCxnSpPr>
            <a:cxnSpLocks/>
          </p:cNvCxnSpPr>
          <p:nvPr userDrawn="1"/>
        </p:nvCxnSpPr>
        <p:spPr>
          <a:xfrm>
            <a:off x="10215562" y="4365104"/>
            <a:ext cx="1595438" cy="0"/>
          </a:xfrm>
          <a:prstGeom prst="line">
            <a:avLst/>
          </a:prstGeom>
          <a:ln w="25400" cap="sq">
            <a:gradFill>
              <a:gsLst>
                <a:gs pos="60000">
                  <a:srgbClr val="61C5BE"/>
                </a:gs>
                <a:gs pos="29000">
                  <a:srgbClr val="FFF200"/>
                </a:gs>
                <a:gs pos="100000">
                  <a:schemeClr val="accent5"/>
                </a:gs>
              </a:gsLst>
              <a:lin ang="0" scaled="0"/>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215562" y="4509120"/>
            <a:ext cx="1595438" cy="646331"/>
          </a:xfrm>
        </p:spPr>
        <p:txBody>
          <a:bodyPr lIns="90000" anchor="t"/>
          <a:lstStyle>
            <a:lvl1pPr marL="179388" indent="-179388">
              <a:spcBef>
                <a:spcPts val="400"/>
              </a:spcBef>
              <a:buSzPct val="100000"/>
              <a:buFont typeface="Arial" panose="020B0604020202020204" pitchFamily="34" charset="0"/>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53" name="Freeform: Shape 52" descr="Yellow-Blue MIS Identity bar">
            <a:extLst>
              <a:ext uri="{FF2B5EF4-FFF2-40B4-BE49-F238E27FC236}">
                <a16:creationId xmlns:a16="http://schemas.microsoft.com/office/drawing/2014/main" id="{3A685D72-8339-4A8F-97FC-A3C40FBBDF53}"/>
              </a:ext>
              <a:ext uri="{C183D7F6-B498-43B3-948B-1728B52AA6E4}">
                <adec:decorative xmlns:adec="http://schemas.microsoft.com/office/drawing/2017/decorative" val="0"/>
              </a:ext>
            </a:extLst>
          </p:cNvPr>
          <p:cNvSpPr/>
          <p:nvPr userDrawn="1"/>
        </p:nvSpPr>
        <p:spPr bwMode="auto">
          <a:xfrm>
            <a:off x="0" y="6747118"/>
            <a:ext cx="12188952" cy="110883"/>
          </a:xfrm>
          <a:custGeom>
            <a:avLst/>
            <a:gdLst>
              <a:gd name="connsiteX0" fmla="*/ 0 w 12188952"/>
              <a:gd name="connsiteY0" fmla="*/ 0 h 110883"/>
              <a:gd name="connsiteX1" fmla="*/ 12188952 w 12188952"/>
              <a:gd name="connsiteY1" fmla="*/ 0 h 110883"/>
              <a:gd name="connsiteX2" fmla="*/ 12188952 w 12188952"/>
              <a:gd name="connsiteY2" fmla="*/ 110883 h 110883"/>
              <a:gd name="connsiteX3" fmla="*/ 0 w 12188952"/>
              <a:gd name="connsiteY3" fmla="*/ 110883 h 110883"/>
            </a:gdLst>
            <a:ahLst/>
            <a:cxnLst>
              <a:cxn ang="0">
                <a:pos x="connsiteX0" y="connsiteY0"/>
              </a:cxn>
              <a:cxn ang="0">
                <a:pos x="connsiteX1" y="connsiteY1"/>
              </a:cxn>
              <a:cxn ang="0">
                <a:pos x="connsiteX2" y="connsiteY2"/>
              </a:cxn>
              <a:cxn ang="0">
                <a:pos x="connsiteX3" y="connsiteY3"/>
              </a:cxn>
            </a:cxnLst>
            <a:rect l="l" t="t" r="r" b="b"/>
            <a:pathLst>
              <a:path w="12188952" h="110883">
                <a:moveTo>
                  <a:pt x="0" y="0"/>
                </a:moveTo>
                <a:lnTo>
                  <a:pt x="12188952" y="0"/>
                </a:lnTo>
                <a:lnTo>
                  <a:pt x="12188952" y="110883"/>
                </a:lnTo>
                <a:lnTo>
                  <a:pt x="0" y="110883"/>
                </a:lnTo>
                <a:close/>
              </a:path>
            </a:pathLst>
          </a:cu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Tree>
    <p:extLst>
      <p:ext uri="{BB962C8B-B14F-4D97-AF65-F5344CB8AC3E}">
        <p14:creationId xmlns:p14="http://schemas.microsoft.com/office/powerpoint/2010/main" val="4261922360"/>
      </p:ext>
    </p:extLst>
  </p:cSld>
  <p:clrMapOvr>
    <a:masterClrMapping/>
  </p:clrMapOvr>
  <p:transition>
    <p:fade/>
  </p:transition>
  <p:extLst>
    <p:ext uri="{DCECCB84-F9BA-43D5-87BE-67443E8EF086}">
      <p15:sldGuideLst xmlns:p15="http://schemas.microsoft.com/office/powerpoint/2012/main">
        <p15:guide id="28" orient="horz" pos="905">
          <p15:clr>
            <a:srgbClr val="5ACBF0"/>
          </p15:clr>
        </p15:guide>
        <p15:guide id="29" orient="horz" pos="1271">
          <p15:clr>
            <a:srgbClr val="5ACBF0"/>
          </p15:clr>
        </p15:guide>
        <p15:guide id="30" orient="horz" pos="288">
          <p15:clr>
            <a:srgbClr val="5ACBF0"/>
          </p15:clr>
        </p15:guide>
        <p15:guide id="31" orient="horz" pos="2387">
          <p15:clr>
            <a:srgbClr val="FBAE40"/>
          </p15:clr>
        </p15:guide>
        <p15:guide id="32" orient="horz" pos="275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3_Header Line 12 Months">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04912E-16B1-4EEE-8AD9-8E714D6338D6}"/>
              </a:ext>
            </a:extLst>
          </p:cNvPr>
          <p:cNvSpPr>
            <a:spLocks noGrp="1"/>
          </p:cNvSpPr>
          <p:nvPr>
            <p:ph type="title"/>
          </p:nvPr>
        </p:nvSpPr>
        <p:spPr/>
        <p:txBody>
          <a:bodyPr/>
          <a:lstStyle/>
          <a:p>
            <a:r>
              <a:rPr lang="en-US"/>
              <a:t>Click to edit Master title style</a:t>
            </a:r>
          </a:p>
        </p:txBody>
      </p:sp>
      <p:sp>
        <p:nvSpPr>
          <p:cNvPr id="29" name="Text Placeholder 28">
            <a:extLst>
              <a:ext uri="{FF2B5EF4-FFF2-40B4-BE49-F238E27FC236}">
                <a16:creationId xmlns:a16="http://schemas.microsoft.com/office/drawing/2014/main" id="{2B32F430-ED23-B440-BB46-25EFAA521E1A}"/>
              </a:ext>
            </a:extLst>
          </p:cNvPr>
          <p:cNvSpPr>
            <a:spLocks noGrp="1"/>
          </p:cNvSpPr>
          <p:nvPr>
            <p:ph type="body" sz="quarter" idx="22" hasCustomPrompt="1"/>
          </p:nvPr>
        </p:nvSpPr>
        <p:spPr>
          <a:xfrm>
            <a:off x="381000" y="1437065"/>
            <a:ext cx="1595439" cy="581025"/>
          </a:xfrm>
        </p:spPr>
        <p:txBody>
          <a:bodyPr lIns="90000" tIns="46800" rIns="90000" bIns="46800" anchor="ctr">
            <a:noAutofit/>
          </a:bodyPr>
          <a:lstStyle>
            <a:lvl1pPr marL="0" indent="0">
              <a:buNone/>
              <a:defRPr sz="2000">
                <a:solidFill>
                  <a:schemeClr val="tx1"/>
                </a:solidFill>
                <a:latin typeface="+mj-lt"/>
              </a:defRPr>
            </a:lvl1pPr>
            <a:lvl2pPr marL="228600" indent="0" algn="ctr">
              <a:buNone/>
              <a:defRPr>
                <a:solidFill>
                  <a:schemeClr val="bg1"/>
                </a:solidFill>
                <a:latin typeface="+mj-lt"/>
              </a:defRPr>
            </a:lvl2pPr>
          </a:lstStyle>
          <a:p>
            <a:pPr lvl="0"/>
            <a:r>
              <a:rPr lang="en-US"/>
              <a:t>Label</a:t>
            </a:r>
          </a:p>
        </p:txBody>
      </p:sp>
      <p:cxnSp>
        <p:nvCxnSpPr>
          <p:cNvPr id="16" name="Straight Connector 15">
            <a:extLst>
              <a:ext uri="{FF2B5EF4-FFF2-40B4-BE49-F238E27FC236}">
                <a16:creationId xmlns:a16="http://schemas.microsoft.com/office/drawing/2014/main" id="{1EA3253A-CBC3-A644-9057-A616EFD62183}"/>
              </a:ext>
              <a:ext uri="{C183D7F6-B498-43B3-948B-1728B52AA6E4}">
                <adec:decorative xmlns:adec="http://schemas.microsoft.com/office/drawing/2017/decorative" val="1"/>
              </a:ext>
            </a:extLst>
          </p:cNvPr>
          <p:cNvCxnSpPr>
            <a:cxnSpLocks/>
          </p:cNvCxnSpPr>
          <p:nvPr userDrawn="1"/>
        </p:nvCxnSpPr>
        <p:spPr>
          <a:xfrm>
            <a:off x="381000" y="2017713"/>
            <a:ext cx="1595438" cy="0"/>
          </a:xfrm>
          <a:prstGeom prst="line">
            <a:avLst/>
          </a:prstGeom>
          <a:ln w="25400" cap="sq">
            <a:gradFill>
              <a:gsLst>
                <a:gs pos="60000">
                  <a:srgbClr val="61C5BE"/>
                </a:gs>
                <a:gs pos="29000">
                  <a:srgbClr val="FFF200"/>
                </a:gs>
                <a:gs pos="100000">
                  <a:schemeClr val="accent5"/>
                </a:gs>
              </a:gsLst>
              <a:lin ang="0" scaled="0"/>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381000" y="2137143"/>
            <a:ext cx="1595438" cy="646331"/>
          </a:xfrm>
        </p:spPr>
        <p:txBody>
          <a:bodyPr lIns="90000" anchor="t"/>
          <a:lstStyle>
            <a:lvl1pPr marL="179388" indent="-179388">
              <a:spcBef>
                <a:spcPts val="400"/>
              </a:spcBef>
              <a:buSzPct val="100000"/>
              <a:buFont typeface="Arial" panose="020B0604020202020204" pitchFamily="34" charset="0"/>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41" name="Text Placeholder 28">
            <a:extLst>
              <a:ext uri="{FF2B5EF4-FFF2-40B4-BE49-F238E27FC236}">
                <a16:creationId xmlns:a16="http://schemas.microsoft.com/office/drawing/2014/main" id="{7BE96FEE-E6DA-2941-AEAC-A1C8FC164091}"/>
              </a:ext>
            </a:extLst>
          </p:cNvPr>
          <p:cNvSpPr>
            <a:spLocks noGrp="1"/>
          </p:cNvSpPr>
          <p:nvPr>
            <p:ph type="body" sz="quarter" idx="23" hasCustomPrompt="1"/>
          </p:nvPr>
        </p:nvSpPr>
        <p:spPr>
          <a:xfrm>
            <a:off x="2347913" y="1436688"/>
            <a:ext cx="1595438" cy="581025"/>
          </a:xfrm>
        </p:spPr>
        <p:txBody>
          <a:bodyPr lIns="90000" tIns="46800" rIns="90000" bIns="46800" anchor="ctr">
            <a:noAutofit/>
          </a:bodyPr>
          <a:lstStyle>
            <a:lvl1pPr marL="0" indent="0">
              <a:buNone/>
              <a:defRPr sz="2000">
                <a:solidFill>
                  <a:schemeClr val="tx1"/>
                </a:solidFill>
                <a:latin typeface="+mj-lt"/>
              </a:defRPr>
            </a:lvl1pPr>
            <a:lvl2pPr marL="228600" indent="0" algn="ctr">
              <a:buNone/>
              <a:defRPr>
                <a:solidFill>
                  <a:schemeClr val="bg1"/>
                </a:solidFill>
                <a:latin typeface="+mj-lt"/>
              </a:defRPr>
            </a:lvl2pPr>
          </a:lstStyle>
          <a:p>
            <a:pPr lvl="0"/>
            <a:r>
              <a:rPr lang="en-US"/>
              <a:t>Label</a:t>
            </a:r>
          </a:p>
        </p:txBody>
      </p:sp>
      <p:cxnSp>
        <p:nvCxnSpPr>
          <p:cNvPr id="30" name="Straight Connector 29">
            <a:extLst>
              <a:ext uri="{FF2B5EF4-FFF2-40B4-BE49-F238E27FC236}">
                <a16:creationId xmlns:a16="http://schemas.microsoft.com/office/drawing/2014/main" id="{53FA9607-273B-BF42-A068-8D930E44C050}"/>
              </a:ext>
              <a:ext uri="{C183D7F6-B498-43B3-948B-1728B52AA6E4}">
                <adec:decorative xmlns:adec="http://schemas.microsoft.com/office/drawing/2017/decorative" val="1"/>
              </a:ext>
            </a:extLst>
          </p:cNvPr>
          <p:cNvCxnSpPr>
            <a:cxnSpLocks/>
          </p:cNvCxnSpPr>
          <p:nvPr userDrawn="1"/>
        </p:nvCxnSpPr>
        <p:spPr>
          <a:xfrm>
            <a:off x="2347913" y="2017713"/>
            <a:ext cx="1595438" cy="0"/>
          </a:xfrm>
          <a:prstGeom prst="line">
            <a:avLst/>
          </a:prstGeom>
          <a:ln w="25400" cap="sq">
            <a:gradFill>
              <a:gsLst>
                <a:gs pos="60000">
                  <a:srgbClr val="61C5BE"/>
                </a:gs>
                <a:gs pos="29000">
                  <a:srgbClr val="FFF200"/>
                </a:gs>
                <a:gs pos="100000">
                  <a:schemeClr val="accent5"/>
                </a:gs>
              </a:gsLst>
              <a:lin ang="0" scaled="0"/>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347913" y="2137143"/>
            <a:ext cx="1595438" cy="646331"/>
          </a:xfrm>
        </p:spPr>
        <p:txBody>
          <a:bodyPr lIns="90000" anchor="t"/>
          <a:lstStyle>
            <a:lvl1pPr marL="179388" indent="-179388">
              <a:spcBef>
                <a:spcPts val="400"/>
              </a:spcBef>
              <a:buSzPct val="100000"/>
              <a:buFont typeface="Arial" panose="020B0604020202020204" pitchFamily="34" charset="0"/>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42" name="Text Placeholder 28">
            <a:extLst>
              <a:ext uri="{FF2B5EF4-FFF2-40B4-BE49-F238E27FC236}">
                <a16:creationId xmlns:a16="http://schemas.microsoft.com/office/drawing/2014/main" id="{8732B004-72E3-4E45-A749-459DEFBC1733}"/>
              </a:ext>
            </a:extLst>
          </p:cNvPr>
          <p:cNvSpPr>
            <a:spLocks noGrp="1"/>
          </p:cNvSpPr>
          <p:nvPr>
            <p:ph type="body" sz="quarter" idx="24" hasCustomPrompt="1"/>
          </p:nvPr>
        </p:nvSpPr>
        <p:spPr>
          <a:xfrm>
            <a:off x="4314825" y="1436688"/>
            <a:ext cx="1595438" cy="581025"/>
          </a:xfrm>
        </p:spPr>
        <p:txBody>
          <a:bodyPr lIns="90000" tIns="46800" rIns="90000" bIns="46800" anchor="ctr">
            <a:noAutofit/>
          </a:bodyPr>
          <a:lstStyle>
            <a:lvl1pPr marL="0" indent="0">
              <a:buNone/>
              <a:defRPr sz="2000">
                <a:solidFill>
                  <a:schemeClr val="tx1"/>
                </a:solidFill>
                <a:latin typeface="+mj-lt"/>
              </a:defRPr>
            </a:lvl1pPr>
            <a:lvl2pPr marL="228600" indent="0" algn="ctr">
              <a:buNone/>
              <a:defRPr>
                <a:solidFill>
                  <a:schemeClr val="bg1"/>
                </a:solidFill>
                <a:latin typeface="+mj-lt"/>
              </a:defRPr>
            </a:lvl2pPr>
          </a:lstStyle>
          <a:p>
            <a:pPr lvl="0"/>
            <a:r>
              <a:rPr lang="en-US"/>
              <a:t>Label</a:t>
            </a:r>
          </a:p>
        </p:txBody>
      </p:sp>
      <p:cxnSp>
        <p:nvCxnSpPr>
          <p:cNvPr id="31" name="Straight Connector 30">
            <a:extLst>
              <a:ext uri="{FF2B5EF4-FFF2-40B4-BE49-F238E27FC236}">
                <a16:creationId xmlns:a16="http://schemas.microsoft.com/office/drawing/2014/main" id="{85FB5306-5527-0B40-80C7-DB5C8423B952}"/>
              </a:ext>
              <a:ext uri="{C183D7F6-B498-43B3-948B-1728B52AA6E4}">
                <adec:decorative xmlns:adec="http://schemas.microsoft.com/office/drawing/2017/decorative" val="1"/>
              </a:ext>
            </a:extLst>
          </p:cNvPr>
          <p:cNvCxnSpPr>
            <a:cxnSpLocks/>
          </p:cNvCxnSpPr>
          <p:nvPr userDrawn="1"/>
        </p:nvCxnSpPr>
        <p:spPr>
          <a:xfrm>
            <a:off x="4314825" y="2015240"/>
            <a:ext cx="1595438" cy="0"/>
          </a:xfrm>
          <a:prstGeom prst="line">
            <a:avLst/>
          </a:prstGeom>
          <a:ln w="25400" cap="sq">
            <a:gradFill>
              <a:gsLst>
                <a:gs pos="60000">
                  <a:srgbClr val="61C5BE"/>
                </a:gs>
                <a:gs pos="29000">
                  <a:srgbClr val="FFF200"/>
                </a:gs>
                <a:gs pos="100000">
                  <a:schemeClr val="accent5"/>
                </a:gs>
              </a:gsLst>
              <a:lin ang="0" scaled="0"/>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14825" y="2137143"/>
            <a:ext cx="1603375" cy="646331"/>
          </a:xfrm>
        </p:spPr>
        <p:txBody>
          <a:bodyPr lIns="90000" anchor="t"/>
          <a:lstStyle>
            <a:lvl1pPr marL="179388" indent="-179388">
              <a:spcBef>
                <a:spcPts val="400"/>
              </a:spcBef>
              <a:buSzPct val="100000"/>
              <a:buFont typeface="Arial" panose="020B0604020202020204" pitchFamily="34" charset="0"/>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43" name="Text Placeholder 28">
            <a:extLst>
              <a:ext uri="{FF2B5EF4-FFF2-40B4-BE49-F238E27FC236}">
                <a16:creationId xmlns:a16="http://schemas.microsoft.com/office/drawing/2014/main" id="{E66FAAC7-8AEC-104A-A5DD-4AEB7AA585A9}"/>
              </a:ext>
            </a:extLst>
          </p:cNvPr>
          <p:cNvSpPr>
            <a:spLocks noGrp="1"/>
          </p:cNvSpPr>
          <p:nvPr>
            <p:ph type="body" sz="quarter" idx="25" hasCustomPrompt="1"/>
          </p:nvPr>
        </p:nvSpPr>
        <p:spPr>
          <a:xfrm>
            <a:off x="6281737" y="1436688"/>
            <a:ext cx="1595438" cy="581025"/>
          </a:xfrm>
        </p:spPr>
        <p:txBody>
          <a:bodyPr lIns="90000" tIns="46800" rIns="90000" bIns="46800" anchor="ctr">
            <a:noAutofit/>
          </a:bodyPr>
          <a:lstStyle>
            <a:lvl1pPr marL="0" indent="0">
              <a:buNone/>
              <a:defRPr sz="2000">
                <a:solidFill>
                  <a:schemeClr val="tx1"/>
                </a:solidFill>
                <a:latin typeface="+mj-lt"/>
              </a:defRPr>
            </a:lvl1pPr>
            <a:lvl2pPr marL="228600" indent="0" algn="ctr">
              <a:buNone/>
              <a:defRPr>
                <a:solidFill>
                  <a:schemeClr val="bg1"/>
                </a:solidFill>
                <a:latin typeface="+mj-lt"/>
              </a:defRPr>
            </a:lvl2pPr>
          </a:lstStyle>
          <a:p>
            <a:pPr lvl="0"/>
            <a:r>
              <a:rPr lang="en-US"/>
              <a:t>Label</a:t>
            </a:r>
          </a:p>
        </p:txBody>
      </p:sp>
      <p:cxnSp>
        <p:nvCxnSpPr>
          <p:cNvPr id="32" name="Straight Connector 31">
            <a:extLst>
              <a:ext uri="{FF2B5EF4-FFF2-40B4-BE49-F238E27FC236}">
                <a16:creationId xmlns:a16="http://schemas.microsoft.com/office/drawing/2014/main" id="{93971A8C-E65D-6B49-ADA2-293469DDD7BC}"/>
              </a:ext>
              <a:ext uri="{C183D7F6-B498-43B3-948B-1728B52AA6E4}">
                <adec:decorative xmlns:adec="http://schemas.microsoft.com/office/drawing/2017/decorative" val="1"/>
              </a:ext>
            </a:extLst>
          </p:cNvPr>
          <p:cNvCxnSpPr>
            <a:cxnSpLocks/>
          </p:cNvCxnSpPr>
          <p:nvPr userDrawn="1"/>
        </p:nvCxnSpPr>
        <p:spPr>
          <a:xfrm>
            <a:off x="6281737" y="2017713"/>
            <a:ext cx="1595438" cy="0"/>
          </a:xfrm>
          <a:prstGeom prst="line">
            <a:avLst/>
          </a:prstGeom>
          <a:ln w="25400" cap="sq">
            <a:gradFill>
              <a:gsLst>
                <a:gs pos="60000">
                  <a:srgbClr val="61C5BE"/>
                </a:gs>
                <a:gs pos="29000">
                  <a:srgbClr val="FFF200"/>
                </a:gs>
                <a:gs pos="100000">
                  <a:schemeClr val="accent5"/>
                </a:gs>
              </a:gsLst>
              <a:lin ang="0" scaled="0"/>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80150" y="2137143"/>
            <a:ext cx="1597025" cy="646331"/>
          </a:xfrm>
        </p:spPr>
        <p:txBody>
          <a:bodyPr lIns="90000" anchor="t"/>
          <a:lstStyle>
            <a:lvl1pPr marL="179388" indent="-179388">
              <a:spcBef>
                <a:spcPts val="400"/>
              </a:spcBef>
              <a:buSzPct val="100000"/>
              <a:buFont typeface="Arial" panose="020B0604020202020204" pitchFamily="34" charset="0"/>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44" name="Text Placeholder 28">
            <a:extLst>
              <a:ext uri="{FF2B5EF4-FFF2-40B4-BE49-F238E27FC236}">
                <a16:creationId xmlns:a16="http://schemas.microsoft.com/office/drawing/2014/main" id="{5E1D2D98-23BB-FF4A-95AC-2A429CDF840F}"/>
              </a:ext>
            </a:extLst>
          </p:cNvPr>
          <p:cNvSpPr>
            <a:spLocks noGrp="1"/>
          </p:cNvSpPr>
          <p:nvPr>
            <p:ph type="body" sz="quarter" idx="26" hasCustomPrompt="1"/>
          </p:nvPr>
        </p:nvSpPr>
        <p:spPr>
          <a:xfrm>
            <a:off x="8248649" y="1436688"/>
            <a:ext cx="1595438" cy="581025"/>
          </a:xfrm>
        </p:spPr>
        <p:txBody>
          <a:bodyPr lIns="90000" tIns="46800" rIns="90000" bIns="46800" anchor="ctr">
            <a:noAutofit/>
          </a:bodyPr>
          <a:lstStyle>
            <a:lvl1pPr marL="0" indent="0">
              <a:buNone/>
              <a:defRPr sz="2000">
                <a:solidFill>
                  <a:schemeClr val="tx1"/>
                </a:solidFill>
                <a:latin typeface="+mj-lt"/>
              </a:defRPr>
            </a:lvl1pPr>
            <a:lvl2pPr marL="228600" indent="0" algn="ctr">
              <a:buNone/>
              <a:defRPr>
                <a:solidFill>
                  <a:schemeClr val="bg1"/>
                </a:solidFill>
                <a:latin typeface="+mj-lt"/>
              </a:defRPr>
            </a:lvl2pPr>
          </a:lstStyle>
          <a:p>
            <a:pPr lvl="0"/>
            <a:r>
              <a:rPr lang="en-US"/>
              <a:t>Label</a:t>
            </a:r>
          </a:p>
        </p:txBody>
      </p:sp>
      <p:cxnSp>
        <p:nvCxnSpPr>
          <p:cNvPr id="33" name="Straight Connector 32">
            <a:extLst>
              <a:ext uri="{FF2B5EF4-FFF2-40B4-BE49-F238E27FC236}">
                <a16:creationId xmlns:a16="http://schemas.microsoft.com/office/drawing/2014/main" id="{291A700F-7F45-F94C-A435-F7EE30C70A7E}"/>
              </a:ext>
              <a:ext uri="{C183D7F6-B498-43B3-948B-1728B52AA6E4}">
                <adec:decorative xmlns:adec="http://schemas.microsoft.com/office/drawing/2017/decorative" val="1"/>
              </a:ext>
            </a:extLst>
          </p:cNvPr>
          <p:cNvCxnSpPr>
            <a:cxnSpLocks/>
          </p:cNvCxnSpPr>
          <p:nvPr userDrawn="1"/>
        </p:nvCxnSpPr>
        <p:spPr>
          <a:xfrm>
            <a:off x="8248649" y="2017713"/>
            <a:ext cx="1595438" cy="0"/>
          </a:xfrm>
          <a:prstGeom prst="line">
            <a:avLst/>
          </a:prstGeom>
          <a:ln w="25400" cap="sq">
            <a:gradFill>
              <a:gsLst>
                <a:gs pos="60000">
                  <a:srgbClr val="61C5BE"/>
                </a:gs>
                <a:gs pos="29000">
                  <a:srgbClr val="FFF200"/>
                </a:gs>
                <a:gs pos="100000">
                  <a:schemeClr val="accent5"/>
                </a:gs>
              </a:gsLst>
              <a:lin ang="0" scaled="0"/>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251824" y="2137143"/>
            <a:ext cx="1592263" cy="646331"/>
          </a:xfrm>
        </p:spPr>
        <p:txBody>
          <a:bodyPr lIns="90000" anchor="t"/>
          <a:lstStyle>
            <a:lvl1pPr marL="179388" indent="-179388">
              <a:spcBef>
                <a:spcPts val="400"/>
              </a:spcBef>
              <a:buSzPct val="100000"/>
              <a:buFont typeface="Arial" panose="020B0604020202020204" pitchFamily="34" charset="0"/>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45" name="Text Placeholder 28">
            <a:extLst>
              <a:ext uri="{FF2B5EF4-FFF2-40B4-BE49-F238E27FC236}">
                <a16:creationId xmlns:a16="http://schemas.microsoft.com/office/drawing/2014/main" id="{527C7347-F791-F945-A658-6E2EC13C6393}"/>
              </a:ext>
            </a:extLst>
          </p:cNvPr>
          <p:cNvSpPr>
            <a:spLocks noGrp="1"/>
          </p:cNvSpPr>
          <p:nvPr>
            <p:ph type="body" sz="quarter" idx="27" hasCustomPrompt="1"/>
          </p:nvPr>
        </p:nvSpPr>
        <p:spPr>
          <a:xfrm>
            <a:off x="10215562" y="1436688"/>
            <a:ext cx="1595438" cy="581025"/>
          </a:xfrm>
        </p:spPr>
        <p:txBody>
          <a:bodyPr lIns="90000" tIns="46800" rIns="90000" bIns="46800" anchor="ctr">
            <a:noAutofit/>
          </a:bodyPr>
          <a:lstStyle>
            <a:lvl1pPr marL="0" indent="0">
              <a:buNone/>
              <a:defRPr sz="2000">
                <a:solidFill>
                  <a:schemeClr val="tx1"/>
                </a:solidFill>
                <a:latin typeface="+mj-lt"/>
              </a:defRPr>
            </a:lvl1pPr>
            <a:lvl2pPr marL="228600" indent="0" algn="ctr">
              <a:buNone/>
              <a:defRPr>
                <a:solidFill>
                  <a:schemeClr val="bg1"/>
                </a:solidFill>
                <a:latin typeface="+mj-lt"/>
              </a:defRPr>
            </a:lvl2pPr>
          </a:lstStyle>
          <a:p>
            <a:pPr lvl="0"/>
            <a:r>
              <a:rPr lang="en-US"/>
              <a:t>Label</a:t>
            </a:r>
          </a:p>
        </p:txBody>
      </p:sp>
      <p:cxnSp>
        <p:nvCxnSpPr>
          <p:cNvPr id="34" name="Straight Connector 33">
            <a:extLst>
              <a:ext uri="{FF2B5EF4-FFF2-40B4-BE49-F238E27FC236}">
                <a16:creationId xmlns:a16="http://schemas.microsoft.com/office/drawing/2014/main" id="{18EA0204-C4C9-6644-861D-6EB50FE04062}"/>
              </a:ext>
              <a:ext uri="{C183D7F6-B498-43B3-948B-1728B52AA6E4}">
                <adec:decorative xmlns:adec="http://schemas.microsoft.com/office/drawing/2017/decorative" val="1"/>
              </a:ext>
            </a:extLst>
          </p:cNvPr>
          <p:cNvCxnSpPr>
            <a:cxnSpLocks/>
          </p:cNvCxnSpPr>
          <p:nvPr userDrawn="1"/>
        </p:nvCxnSpPr>
        <p:spPr>
          <a:xfrm>
            <a:off x="10215562" y="2017713"/>
            <a:ext cx="1595438" cy="0"/>
          </a:xfrm>
          <a:prstGeom prst="line">
            <a:avLst/>
          </a:prstGeom>
          <a:ln w="25400" cap="sq">
            <a:gradFill>
              <a:gsLst>
                <a:gs pos="60000">
                  <a:srgbClr val="61C5BE"/>
                </a:gs>
                <a:gs pos="29000">
                  <a:srgbClr val="FFF200"/>
                </a:gs>
                <a:gs pos="100000">
                  <a:schemeClr val="accent5"/>
                </a:gs>
              </a:gsLst>
              <a:lin ang="0" scaled="0"/>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215562" y="2137143"/>
            <a:ext cx="1595438" cy="646331"/>
          </a:xfrm>
        </p:spPr>
        <p:txBody>
          <a:bodyPr lIns="90000" anchor="t"/>
          <a:lstStyle>
            <a:lvl1pPr marL="179388" indent="-179388">
              <a:spcBef>
                <a:spcPts val="400"/>
              </a:spcBef>
              <a:buSzPct val="100000"/>
              <a:buFont typeface="Arial" panose="020B0604020202020204" pitchFamily="34" charset="0"/>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46" name="Text Placeholder 28">
            <a:extLst>
              <a:ext uri="{FF2B5EF4-FFF2-40B4-BE49-F238E27FC236}">
                <a16:creationId xmlns:a16="http://schemas.microsoft.com/office/drawing/2014/main" id="{8172C080-65E1-3C46-99C0-978870D28AF8}"/>
              </a:ext>
            </a:extLst>
          </p:cNvPr>
          <p:cNvSpPr>
            <a:spLocks noGrp="1"/>
          </p:cNvSpPr>
          <p:nvPr>
            <p:ph type="body" sz="quarter" idx="28" hasCustomPrompt="1"/>
          </p:nvPr>
        </p:nvSpPr>
        <p:spPr>
          <a:xfrm>
            <a:off x="381000" y="3789040"/>
            <a:ext cx="1595439" cy="581025"/>
          </a:xfrm>
        </p:spPr>
        <p:txBody>
          <a:bodyPr lIns="90000" tIns="46800" rIns="90000" bIns="46800" anchor="ctr">
            <a:noAutofit/>
          </a:bodyPr>
          <a:lstStyle>
            <a:lvl1pPr marL="0" indent="0">
              <a:buNone/>
              <a:defRPr sz="2000">
                <a:solidFill>
                  <a:schemeClr val="tx1"/>
                </a:solidFill>
                <a:latin typeface="+mj-lt"/>
              </a:defRPr>
            </a:lvl1pPr>
            <a:lvl2pPr marL="228600" indent="0" algn="ctr">
              <a:buNone/>
              <a:defRPr>
                <a:solidFill>
                  <a:schemeClr val="bg1"/>
                </a:solidFill>
                <a:latin typeface="+mj-lt"/>
              </a:defRPr>
            </a:lvl2pPr>
          </a:lstStyle>
          <a:p>
            <a:pPr lvl="0"/>
            <a:r>
              <a:rPr lang="en-US"/>
              <a:t>Label</a:t>
            </a:r>
          </a:p>
        </p:txBody>
      </p:sp>
      <p:cxnSp>
        <p:nvCxnSpPr>
          <p:cNvPr id="35" name="Straight Connector 34">
            <a:extLst>
              <a:ext uri="{FF2B5EF4-FFF2-40B4-BE49-F238E27FC236}">
                <a16:creationId xmlns:a16="http://schemas.microsoft.com/office/drawing/2014/main" id="{C21346A5-A33F-5946-9543-99C299D786AC}"/>
              </a:ext>
              <a:ext uri="{C183D7F6-B498-43B3-948B-1728B52AA6E4}">
                <adec:decorative xmlns:adec="http://schemas.microsoft.com/office/drawing/2017/decorative" val="1"/>
              </a:ext>
            </a:extLst>
          </p:cNvPr>
          <p:cNvCxnSpPr>
            <a:cxnSpLocks/>
          </p:cNvCxnSpPr>
          <p:nvPr userDrawn="1"/>
        </p:nvCxnSpPr>
        <p:spPr>
          <a:xfrm>
            <a:off x="381000" y="4365104"/>
            <a:ext cx="1595438" cy="0"/>
          </a:xfrm>
          <a:prstGeom prst="line">
            <a:avLst/>
          </a:prstGeom>
          <a:ln w="25400" cap="sq">
            <a:gradFill>
              <a:gsLst>
                <a:gs pos="60000">
                  <a:srgbClr val="61C5BE"/>
                </a:gs>
                <a:gs pos="29000">
                  <a:srgbClr val="FFF200"/>
                </a:gs>
                <a:gs pos="100000">
                  <a:schemeClr val="accent5"/>
                </a:gs>
              </a:gsLst>
              <a:lin ang="0" scaled="0"/>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381000" y="4509120"/>
            <a:ext cx="1595438" cy="646331"/>
          </a:xfrm>
        </p:spPr>
        <p:txBody>
          <a:bodyPr lIns="90000" anchor="t"/>
          <a:lstStyle>
            <a:lvl1pPr marL="179388" indent="-179388">
              <a:spcBef>
                <a:spcPts val="400"/>
              </a:spcBef>
              <a:buSzPct val="100000"/>
              <a:buFont typeface="Arial" panose="020B0604020202020204" pitchFamily="34" charset="0"/>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47" name="Text Placeholder 28">
            <a:extLst>
              <a:ext uri="{FF2B5EF4-FFF2-40B4-BE49-F238E27FC236}">
                <a16:creationId xmlns:a16="http://schemas.microsoft.com/office/drawing/2014/main" id="{4928442B-3D98-0B48-9333-273D8587E0E3}"/>
              </a:ext>
            </a:extLst>
          </p:cNvPr>
          <p:cNvSpPr>
            <a:spLocks noGrp="1"/>
          </p:cNvSpPr>
          <p:nvPr>
            <p:ph type="body" sz="quarter" idx="29" hasCustomPrompt="1"/>
          </p:nvPr>
        </p:nvSpPr>
        <p:spPr>
          <a:xfrm>
            <a:off x="2347913" y="3789040"/>
            <a:ext cx="1595438" cy="581025"/>
          </a:xfrm>
        </p:spPr>
        <p:txBody>
          <a:bodyPr lIns="90000" tIns="46800" rIns="90000" bIns="46800" anchor="ctr">
            <a:noAutofit/>
          </a:bodyPr>
          <a:lstStyle>
            <a:lvl1pPr marL="0" indent="0">
              <a:buNone/>
              <a:defRPr sz="2000">
                <a:solidFill>
                  <a:schemeClr val="tx1"/>
                </a:solidFill>
                <a:latin typeface="+mj-lt"/>
              </a:defRPr>
            </a:lvl1pPr>
            <a:lvl2pPr marL="228600" indent="0" algn="ctr">
              <a:buNone/>
              <a:defRPr>
                <a:solidFill>
                  <a:schemeClr val="bg1"/>
                </a:solidFill>
                <a:latin typeface="+mj-lt"/>
              </a:defRPr>
            </a:lvl2pPr>
          </a:lstStyle>
          <a:p>
            <a:pPr lvl="0"/>
            <a:r>
              <a:rPr lang="en-US"/>
              <a:t>Label</a:t>
            </a:r>
          </a:p>
        </p:txBody>
      </p:sp>
      <p:cxnSp>
        <p:nvCxnSpPr>
          <p:cNvPr id="36" name="Straight Connector 35">
            <a:extLst>
              <a:ext uri="{FF2B5EF4-FFF2-40B4-BE49-F238E27FC236}">
                <a16:creationId xmlns:a16="http://schemas.microsoft.com/office/drawing/2014/main" id="{524EA3CD-0BD7-E747-A4EB-45424A3C1987}"/>
              </a:ext>
              <a:ext uri="{C183D7F6-B498-43B3-948B-1728B52AA6E4}">
                <adec:decorative xmlns:adec="http://schemas.microsoft.com/office/drawing/2017/decorative" val="1"/>
              </a:ext>
            </a:extLst>
          </p:cNvPr>
          <p:cNvCxnSpPr>
            <a:cxnSpLocks/>
          </p:cNvCxnSpPr>
          <p:nvPr userDrawn="1"/>
        </p:nvCxnSpPr>
        <p:spPr>
          <a:xfrm>
            <a:off x="2347913" y="4365104"/>
            <a:ext cx="1595438" cy="0"/>
          </a:xfrm>
          <a:prstGeom prst="line">
            <a:avLst/>
          </a:prstGeom>
          <a:ln w="25400" cap="sq">
            <a:gradFill>
              <a:gsLst>
                <a:gs pos="60000">
                  <a:srgbClr val="61C5BE"/>
                </a:gs>
                <a:gs pos="29000">
                  <a:srgbClr val="FFF200"/>
                </a:gs>
                <a:gs pos="100000">
                  <a:schemeClr val="accent5"/>
                </a:gs>
              </a:gsLst>
              <a:lin ang="0" scaled="0"/>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347913" y="4509120"/>
            <a:ext cx="1595438" cy="646331"/>
          </a:xfrm>
        </p:spPr>
        <p:txBody>
          <a:bodyPr lIns="90000" anchor="t"/>
          <a:lstStyle>
            <a:lvl1pPr marL="179388" indent="-179388">
              <a:spcBef>
                <a:spcPts val="400"/>
              </a:spcBef>
              <a:buSzPct val="100000"/>
              <a:buFont typeface="Arial" panose="020B0604020202020204" pitchFamily="34" charset="0"/>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48" name="Text Placeholder 28">
            <a:extLst>
              <a:ext uri="{FF2B5EF4-FFF2-40B4-BE49-F238E27FC236}">
                <a16:creationId xmlns:a16="http://schemas.microsoft.com/office/drawing/2014/main" id="{2961F7B7-1EDB-2C43-951E-B36532A1E791}"/>
              </a:ext>
            </a:extLst>
          </p:cNvPr>
          <p:cNvSpPr>
            <a:spLocks noGrp="1"/>
          </p:cNvSpPr>
          <p:nvPr>
            <p:ph type="body" sz="quarter" idx="30" hasCustomPrompt="1"/>
          </p:nvPr>
        </p:nvSpPr>
        <p:spPr>
          <a:xfrm>
            <a:off x="4314825" y="3789040"/>
            <a:ext cx="1595438" cy="581025"/>
          </a:xfrm>
        </p:spPr>
        <p:txBody>
          <a:bodyPr lIns="90000" tIns="46800" rIns="90000" bIns="46800" anchor="ctr">
            <a:noAutofit/>
          </a:bodyPr>
          <a:lstStyle>
            <a:lvl1pPr marL="0" indent="0">
              <a:buNone/>
              <a:defRPr sz="2000">
                <a:solidFill>
                  <a:schemeClr val="tx1"/>
                </a:solidFill>
                <a:latin typeface="+mj-lt"/>
              </a:defRPr>
            </a:lvl1pPr>
            <a:lvl2pPr marL="228600" indent="0" algn="ctr">
              <a:buNone/>
              <a:defRPr>
                <a:solidFill>
                  <a:schemeClr val="bg1"/>
                </a:solidFill>
                <a:latin typeface="+mj-lt"/>
              </a:defRPr>
            </a:lvl2pPr>
          </a:lstStyle>
          <a:p>
            <a:pPr lvl="0"/>
            <a:r>
              <a:rPr lang="en-US"/>
              <a:t>Label</a:t>
            </a:r>
          </a:p>
        </p:txBody>
      </p:sp>
      <p:cxnSp>
        <p:nvCxnSpPr>
          <p:cNvPr id="37" name="Straight Connector 36">
            <a:extLst>
              <a:ext uri="{FF2B5EF4-FFF2-40B4-BE49-F238E27FC236}">
                <a16:creationId xmlns:a16="http://schemas.microsoft.com/office/drawing/2014/main" id="{DB66C269-8DE0-714D-AB7A-BA133A81E3C7}"/>
              </a:ext>
              <a:ext uri="{C183D7F6-B498-43B3-948B-1728B52AA6E4}">
                <adec:decorative xmlns:adec="http://schemas.microsoft.com/office/drawing/2017/decorative" val="1"/>
              </a:ext>
            </a:extLst>
          </p:cNvPr>
          <p:cNvCxnSpPr>
            <a:cxnSpLocks/>
          </p:cNvCxnSpPr>
          <p:nvPr userDrawn="1"/>
        </p:nvCxnSpPr>
        <p:spPr>
          <a:xfrm>
            <a:off x="4314825" y="4362631"/>
            <a:ext cx="1595438" cy="0"/>
          </a:xfrm>
          <a:prstGeom prst="line">
            <a:avLst/>
          </a:prstGeom>
          <a:ln w="25400" cap="sq">
            <a:gradFill>
              <a:gsLst>
                <a:gs pos="60000">
                  <a:srgbClr val="61C5BE"/>
                </a:gs>
                <a:gs pos="29000">
                  <a:srgbClr val="FFF200"/>
                </a:gs>
                <a:gs pos="100000">
                  <a:schemeClr val="accent5"/>
                </a:gs>
              </a:gsLst>
              <a:lin ang="0" scaled="0"/>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14825" y="4509120"/>
            <a:ext cx="1603375" cy="646331"/>
          </a:xfrm>
        </p:spPr>
        <p:txBody>
          <a:bodyPr lIns="90000" anchor="t"/>
          <a:lstStyle>
            <a:lvl1pPr marL="179388" indent="-179388">
              <a:spcBef>
                <a:spcPts val="400"/>
              </a:spcBef>
              <a:buSzPct val="100000"/>
              <a:buFont typeface="Arial" panose="020B0604020202020204" pitchFamily="34" charset="0"/>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49" name="Text Placeholder 28">
            <a:extLst>
              <a:ext uri="{FF2B5EF4-FFF2-40B4-BE49-F238E27FC236}">
                <a16:creationId xmlns:a16="http://schemas.microsoft.com/office/drawing/2014/main" id="{6345ABD8-4C05-A749-91A9-2D1F286CB735}"/>
              </a:ext>
            </a:extLst>
          </p:cNvPr>
          <p:cNvSpPr>
            <a:spLocks noGrp="1"/>
          </p:cNvSpPr>
          <p:nvPr>
            <p:ph type="body" sz="quarter" idx="31" hasCustomPrompt="1"/>
          </p:nvPr>
        </p:nvSpPr>
        <p:spPr>
          <a:xfrm>
            <a:off x="6281737" y="3789040"/>
            <a:ext cx="1595438" cy="581025"/>
          </a:xfrm>
        </p:spPr>
        <p:txBody>
          <a:bodyPr lIns="90000" tIns="46800" rIns="90000" bIns="46800" anchor="ctr">
            <a:noAutofit/>
          </a:bodyPr>
          <a:lstStyle>
            <a:lvl1pPr marL="0" indent="0">
              <a:buNone/>
              <a:defRPr sz="2000">
                <a:solidFill>
                  <a:schemeClr val="tx1"/>
                </a:solidFill>
                <a:latin typeface="+mj-lt"/>
              </a:defRPr>
            </a:lvl1pPr>
            <a:lvl2pPr marL="228600" indent="0" algn="ctr">
              <a:buNone/>
              <a:defRPr>
                <a:solidFill>
                  <a:schemeClr val="bg1"/>
                </a:solidFill>
                <a:latin typeface="+mj-lt"/>
              </a:defRPr>
            </a:lvl2pPr>
          </a:lstStyle>
          <a:p>
            <a:pPr lvl="0"/>
            <a:r>
              <a:rPr lang="en-US"/>
              <a:t>Label</a:t>
            </a:r>
          </a:p>
        </p:txBody>
      </p:sp>
      <p:cxnSp>
        <p:nvCxnSpPr>
          <p:cNvPr id="38" name="Straight Connector 37">
            <a:extLst>
              <a:ext uri="{FF2B5EF4-FFF2-40B4-BE49-F238E27FC236}">
                <a16:creationId xmlns:a16="http://schemas.microsoft.com/office/drawing/2014/main" id="{C3539B16-CE2C-3A4D-B528-4C530EFD148D}"/>
              </a:ext>
              <a:ext uri="{C183D7F6-B498-43B3-948B-1728B52AA6E4}">
                <adec:decorative xmlns:adec="http://schemas.microsoft.com/office/drawing/2017/decorative" val="1"/>
              </a:ext>
            </a:extLst>
          </p:cNvPr>
          <p:cNvCxnSpPr>
            <a:cxnSpLocks/>
          </p:cNvCxnSpPr>
          <p:nvPr userDrawn="1"/>
        </p:nvCxnSpPr>
        <p:spPr>
          <a:xfrm>
            <a:off x="6281737" y="4365104"/>
            <a:ext cx="1595438" cy="0"/>
          </a:xfrm>
          <a:prstGeom prst="line">
            <a:avLst/>
          </a:prstGeom>
          <a:ln w="25400" cap="sq">
            <a:gradFill>
              <a:gsLst>
                <a:gs pos="60000">
                  <a:srgbClr val="61C5BE"/>
                </a:gs>
                <a:gs pos="29000">
                  <a:srgbClr val="FFF200"/>
                </a:gs>
                <a:gs pos="100000">
                  <a:schemeClr val="accent5"/>
                </a:gs>
              </a:gsLst>
              <a:lin ang="0" scaled="0"/>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80150" y="4509120"/>
            <a:ext cx="1597025" cy="646331"/>
          </a:xfrm>
        </p:spPr>
        <p:txBody>
          <a:bodyPr lIns="90000" anchor="t"/>
          <a:lstStyle>
            <a:lvl1pPr marL="179388" indent="-179388">
              <a:spcBef>
                <a:spcPts val="400"/>
              </a:spcBef>
              <a:buSzPct val="100000"/>
              <a:buFont typeface="Arial" panose="020B0604020202020204" pitchFamily="34" charset="0"/>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50" name="Text Placeholder 28">
            <a:extLst>
              <a:ext uri="{FF2B5EF4-FFF2-40B4-BE49-F238E27FC236}">
                <a16:creationId xmlns:a16="http://schemas.microsoft.com/office/drawing/2014/main" id="{40D75468-C5B7-204E-BE74-7892BA35FF75}"/>
              </a:ext>
            </a:extLst>
          </p:cNvPr>
          <p:cNvSpPr>
            <a:spLocks noGrp="1"/>
          </p:cNvSpPr>
          <p:nvPr>
            <p:ph type="body" sz="quarter" idx="32" hasCustomPrompt="1"/>
          </p:nvPr>
        </p:nvSpPr>
        <p:spPr>
          <a:xfrm>
            <a:off x="8248649" y="3789040"/>
            <a:ext cx="1595438" cy="581025"/>
          </a:xfrm>
        </p:spPr>
        <p:txBody>
          <a:bodyPr lIns="90000" tIns="46800" rIns="90000" bIns="46800" anchor="ctr">
            <a:noAutofit/>
          </a:bodyPr>
          <a:lstStyle>
            <a:lvl1pPr marL="0" indent="0">
              <a:buNone/>
              <a:defRPr sz="2000">
                <a:solidFill>
                  <a:schemeClr val="tx1"/>
                </a:solidFill>
                <a:latin typeface="+mj-lt"/>
              </a:defRPr>
            </a:lvl1pPr>
            <a:lvl2pPr marL="228600" indent="0" algn="ctr">
              <a:buNone/>
              <a:defRPr>
                <a:solidFill>
                  <a:schemeClr val="bg1"/>
                </a:solidFill>
                <a:latin typeface="+mj-lt"/>
              </a:defRPr>
            </a:lvl2pPr>
          </a:lstStyle>
          <a:p>
            <a:pPr lvl="0"/>
            <a:r>
              <a:rPr lang="en-US"/>
              <a:t>Label</a:t>
            </a:r>
          </a:p>
        </p:txBody>
      </p:sp>
      <p:cxnSp>
        <p:nvCxnSpPr>
          <p:cNvPr id="39" name="Straight Connector 38">
            <a:extLst>
              <a:ext uri="{FF2B5EF4-FFF2-40B4-BE49-F238E27FC236}">
                <a16:creationId xmlns:a16="http://schemas.microsoft.com/office/drawing/2014/main" id="{CA683FC3-D470-6642-8CD2-833A816B7C06}"/>
              </a:ext>
              <a:ext uri="{C183D7F6-B498-43B3-948B-1728B52AA6E4}">
                <adec:decorative xmlns:adec="http://schemas.microsoft.com/office/drawing/2017/decorative" val="1"/>
              </a:ext>
            </a:extLst>
          </p:cNvPr>
          <p:cNvCxnSpPr>
            <a:cxnSpLocks/>
          </p:cNvCxnSpPr>
          <p:nvPr userDrawn="1"/>
        </p:nvCxnSpPr>
        <p:spPr>
          <a:xfrm>
            <a:off x="8248649" y="4365104"/>
            <a:ext cx="1595438" cy="0"/>
          </a:xfrm>
          <a:prstGeom prst="line">
            <a:avLst/>
          </a:prstGeom>
          <a:ln w="25400" cap="sq">
            <a:gradFill>
              <a:gsLst>
                <a:gs pos="60000">
                  <a:srgbClr val="61C5BE"/>
                </a:gs>
                <a:gs pos="29000">
                  <a:srgbClr val="FFF200"/>
                </a:gs>
                <a:gs pos="100000">
                  <a:schemeClr val="accent5"/>
                </a:gs>
              </a:gsLst>
              <a:lin ang="0" scaled="0"/>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251824" y="4509120"/>
            <a:ext cx="1592263" cy="646331"/>
          </a:xfrm>
        </p:spPr>
        <p:txBody>
          <a:bodyPr lIns="90000" anchor="t"/>
          <a:lstStyle>
            <a:lvl1pPr marL="179388" indent="-179388">
              <a:spcBef>
                <a:spcPts val="400"/>
              </a:spcBef>
              <a:buSzPct val="100000"/>
              <a:buFont typeface="Arial" panose="020B0604020202020204" pitchFamily="34" charset="0"/>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51" name="Text Placeholder 28">
            <a:extLst>
              <a:ext uri="{FF2B5EF4-FFF2-40B4-BE49-F238E27FC236}">
                <a16:creationId xmlns:a16="http://schemas.microsoft.com/office/drawing/2014/main" id="{C0D28E3D-12EC-FE42-A86A-CE63CE12A178}"/>
              </a:ext>
            </a:extLst>
          </p:cNvPr>
          <p:cNvSpPr>
            <a:spLocks noGrp="1"/>
          </p:cNvSpPr>
          <p:nvPr>
            <p:ph type="body" sz="quarter" idx="33" hasCustomPrompt="1"/>
          </p:nvPr>
        </p:nvSpPr>
        <p:spPr>
          <a:xfrm>
            <a:off x="10215562" y="3789040"/>
            <a:ext cx="1595438" cy="581025"/>
          </a:xfrm>
        </p:spPr>
        <p:txBody>
          <a:bodyPr lIns="90000" tIns="46800" rIns="90000" bIns="46800" anchor="ctr">
            <a:noAutofit/>
          </a:bodyPr>
          <a:lstStyle>
            <a:lvl1pPr marL="0" indent="0">
              <a:buNone/>
              <a:defRPr sz="2000">
                <a:solidFill>
                  <a:schemeClr val="tx1"/>
                </a:solidFill>
                <a:latin typeface="+mj-lt"/>
              </a:defRPr>
            </a:lvl1pPr>
            <a:lvl2pPr marL="228600" indent="0" algn="ctr">
              <a:buNone/>
              <a:defRPr>
                <a:solidFill>
                  <a:schemeClr val="bg1"/>
                </a:solidFill>
                <a:latin typeface="+mj-lt"/>
              </a:defRPr>
            </a:lvl2pPr>
          </a:lstStyle>
          <a:p>
            <a:pPr lvl="0"/>
            <a:r>
              <a:rPr lang="en-US"/>
              <a:t>Label</a:t>
            </a:r>
          </a:p>
        </p:txBody>
      </p:sp>
      <p:cxnSp>
        <p:nvCxnSpPr>
          <p:cNvPr id="40" name="Straight Connector 39">
            <a:extLst>
              <a:ext uri="{FF2B5EF4-FFF2-40B4-BE49-F238E27FC236}">
                <a16:creationId xmlns:a16="http://schemas.microsoft.com/office/drawing/2014/main" id="{F13A02AF-593E-A740-8AA5-3E98EC7712B3}"/>
              </a:ext>
              <a:ext uri="{C183D7F6-B498-43B3-948B-1728B52AA6E4}">
                <adec:decorative xmlns:adec="http://schemas.microsoft.com/office/drawing/2017/decorative" val="1"/>
              </a:ext>
            </a:extLst>
          </p:cNvPr>
          <p:cNvCxnSpPr>
            <a:cxnSpLocks/>
          </p:cNvCxnSpPr>
          <p:nvPr userDrawn="1"/>
        </p:nvCxnSpPr>
        <p:spPr>
          <a:xfrm>
            <a:off x="10215562" y="4365104"/>
            <a:ext cx="1595438" cy="0"/>
          </a:xfrm>
          <a:prstGeom prst="line">
            <a:avLst/>
          </a:prstGeom>
          <a:ln w="25400" cap="sq">
            <a:gradFill>
              <a:gsLst>
                <a:gs pos="60000">
                  <a:srgbClr val="61C5BE"/>
                </a:gs>
                <a:gs pos="29000">
                  <a:srgbClr val="FFF200"/>
                </a:gs>
                <a:gs pos="100000">
                  <a:schemeClr val="accent5"/>
                </a:gs>
              </a:gsLst>
              <a:lin ang="0" scaled="0"/>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215562" y="4509120"/>
            <a:ext cx="1595438" cy="646331"/>
          </a:xfrm>
        </p:spPr>
        <p:txBody>
          <a:bodyPr lIns="90000" anchor="t"/>
          <a:lstStyle>
            <a:lvl1pPr marL="179388" indent="-179388">
              <a:spcBef>
                <a:spcPts val="400"/>
              </a:spcBef>
              <a:buSzPct val="100000"/>
              <a:buFont typeface="Arial" panose="020B0604020202020204" pitchFamily="34" charset="0"/>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4049055300"/>
      </p:ext>
    </p:extLst>
  </p:cSld>
  <p:clrMapOvr>
    <a:masterClrMapping/>
  </p:clrMapOvr>
  <p:transition>
    <p:fade/>
  </p:transition>
  <p:extLst>
    <p:ext uri="{DCECCB84-F9BA-43D5-87BE-67443E8EF086}">
      <p15:sldGuideLst xmlns:p15="http://schemas.microsoft.com/office/powerpoint/2012/main">
        <p15:guide id="28" orient="horz" pos="905">
          <p15:clr>
            <a:srgbClr val="5ACBF0"/>
          </p15:clr>
        </p15:guide>
        <p15:guide id="29" orient="horz" pos="1271">
          <p15:clr>
            <a:srgbClr val="5ACBF0"/>
          </p15:clr>
        </p15:guide>
        <p15:guide id="30" orient="horz" pos="288">
          <p15:clr>
            <a:srgbClr val="5ACBF0"/>
          </p15:clr>
        </p15:guide>
        <p15:guide id="31" orient="horz" pos="2387">
          <p15:clr>
            <a:srgbClr val="FBAE40"/>
          </p15:clr>
        </p15:guide>
        <p15:guide id="32" orient="horz" pos="275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and text side by s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a:xfrm>
            <a:off x="385064" y="457200"/>
            <a:ext cx="8035036" cy="553998"/>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385064" y="1435100"/>
            <a:ext cx="7793736"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2">
            <a:extLst>
              <a:ext uri="{FF2B5EF4-FFF2-40B4-BE49-F238E27FC236}">
                <a16:creationId xmlns:a16="http://schemas.microsoft.com/office/drawing/2014/main" id="{C22E1CE8-0AE1-4726-A416-7E1886CC5A8D}"/>
              </a:ext>
              <a:ext uri="{C183D7F6-B498-43B3-948B-1728B52AA6E4}">
                <adec:decorative xmlns:adec="http://schemas.microsoft.com/office/drawing/2017/decorative" val="1"/>
              </a:ext>
            </a:extLst>
          </p:cNvPr>
          <p:cNvSpPr/>
          <p:nvPr userDrawn="1"/>
        </p:nvSpPr>
        <p:spPr bwMode="auto">
          <a:xfrm>
            <a:off x="8420100" y="0"/>
            <a:ext cx="3768852" cy="685800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8" name="Text Placeholder 7">
            <a:extLst>
              <a:ext uri="{FF2B5EF4-FFF2-40B4-BE49-F238E27FC236}">
                <a16:creationId xmlns:a16="http://schemas.microsoft.com/office/drawing/2014/main" id="{52D327ED-207A-4BFE-9FDF-80D0A0DDD110}"/>
              </a:ext>
            </a:extLst>
          </p:cNvPr>
          <p:cNvSpPr>
            <a:spLocks noGrp="1"/>
          </p:cNvSpPr>
          <p:nvPr>
            <p:ph type="body" sz="quarter" idx="13"/>
          </p:nvPr>
        </p:nvSpPr>
        <p:spPr>
          <a:xfrm>
            <a:off x="8802116" y="585788"/>
            <a:ext cx="3004820" cy="615553"/>
          </a:xfrm>
        </p:spPr>
        <p:txBody>
          <a:bodyPr/>
          <a:lstStyle>
            <a:lvl1pPr marL="0" indent="0">
              <a:buNone/>
              <a:defRPr sz="2000">
                <a:solidFill>
                  <a:schemeClr val="tx1"/>
                </a:solidFill>
              </a:defRPr>
            </a:lvl1pPr>
          </a:lstStyle>
          <a:p>
            <a:pPr lvl="0"/>
            <a:r>
              <a:rPr lang="en-US"/>
              <a:t>Click to edit Master text styles</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9" name="Freeform: Shape 8" descr="Yellow-Blue MIS Identity bar">
            <a:extLst>
              <a:ext uri="{FF2B5EF4-FFF2-40B4-BE49-F238E27FC236}">
                <a16:creationId xmlns:a16="http://schemas.microsoft.com/office/drawing/2014/main" id="{BBF49FA3-5D64-4746-A4FF-6D813B07814F}"/>
              </a:ext>
              <a:ext uri="{C183D7F6-B498-43B3-948B-1728B52AA6E4}">
                <adec:decorative xmlns:adec="http://schemas.microsoft.com/office/drawing/2017/decorative" val="0"/>
              </a:ext>
            </a:extLst>
          </p:cNvPr>
          <p:cNvSpPr/>
          <p:nvPr userDrawn="1"/>
        </p:nvSpPr>
        <p:spPr bwMode="auto">
          <a:xfrm>
            <a:off x="0" y="6747118"/>
            <a:ext cx="12188952" cy="110883"/>
          </a:xfrm>
          <a:custGeom>
            <a:avLst/>
            <a:gdLst>
              <a:gd name="connsiteX0" fmla="*/ 0 w 12188952"/>
              <a:gd name="connsiteY0" fmla="*/ 0 h 110883"/>
              <a:gd name="connsiteX1" fmla="*/ 12188952 w 12188952"/>
              <a:gd name="connsiteY1" fmla="*/ 0 h 110883"/>
              <a:gd name="connsiteX2" fmla="*/ 12188952 w 12188952"/>
              <a:gd name="connsiteY2" fmla="*/ 110883 h 110883"/>
              <a:gd name="connsiteX3" fmla="*/ 0 w 12188952"/>
              <a:gd name="connsiteY3" fmla="*/ 110883 h 110883"/>
            </a:gdLst>
            <a:ahLst/>
            <a:cxnLst>
              <a:cxn ang="0">
                <a:pos x="connsiteX0" y="connsiteY0"/>
              </a:cxn>
              <a:cxn ang="0">
                <a:pos x="connsiteX1" y="connsiteY1"/>
              </a:cxn>
              <a:cxn ang="0">
                <a:pos x="connsiteX2" y="connsiteY2"/>
              </a:cxn>
              <a:cxn ang="0">
                <a:pos x="connsiteX3" y="connsiteY3"/>
              </a:cxn>
            </a:cxnLst>
            <a:rect l="l" t="t" r="r" b="b"/>
            <a:pathLst>
              <a:path w="12188952" h="110883">
                <a:moveTo>
                  <a:pt x="0" y="0"/>
                </a:moveTo>
                <a:lnTo>
                  <a:pt x="12188952" y="0"/>
                </a:lnTo>
                <a:lnTo>
                  <a:pt x="12188952" y="110883"/>
                </a:lnTo>
                <a:lnTo>
                  <a:pt x="0" y="110883"/>
                </a:lnTo>
                <a:close/>
              </a:path>
            </a:pathLst>
          </a:cu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Tree>
    <p:extLst>
      <p:ext uri="{BB962C8B-B14F-4D97-AF65-F5344CB8AC3E}">
        <p14:creationId xmlns:p14="http://schemas.microsoft.com/office/powerpoint/2010/main" val="364726432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Title and text side by s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a:xfrm>
            <a:off x="385064" y="457200"/>
            <a:ext cx="8035036" cy="553998"/>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385064" y="1435100"/>
            <a:ext cx="7793736"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2">
            <a:extLst>
              <a:ext uri="{FF2B5EF4-FFF2-40B4-BE49-F238E27FC236}">
                <a16:creationId xmlns:a16="http://schemas.microsoft.com/office/drawing/2014/main" id="{C22E1CE8-0AE1-4726-A416-7E1886CC5A8D}"/>
              </a:ext>
              <a:ext uri="{C183D7F6-B498-43B3-948B-1728B52AA6E4}">
                <adec:decorative xmlns:adec="http://schemas.microsoft.com/office/drawing/2017/decorative" val="1"/>
              </a:ext>
            </a:extLst>
          </p:cNvPr>
          <p:cNvSpPr/>
          <p:nvPr userDrawn="1"/>
        </p:nvSpPr>
        <p:spPr bwMode="auto">
          <a:xfrm>
            <a:off x="8420100" y="0"/>
            <a:ext cx="3768852" cy="685800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8" name="Text Placeholder 7">
            <a:extLst>
              <a:ext uri="{FF2B5EF4-FFF2-40B4-BE49-F238E27FC236}">
                <a16:creationId xmlns:a16="http://schemas.microsoft.com/office/drawing/2014/main" id="{52D327ED-207A-4BFE-9FDF-80D0A0DDD110}"/>
              </a:ext>
            </a:extLst>
          </p:cNvPr>
          <p:cNvSpPr>
            <a:spLocks noGrp="1"/>
          </p:cNvSpPr>
          <p:nvPr>
            <p:ph type="body" sz="quarter" idx="13"/>
          </p:nvPr>
        </p:nvSpPr>
        <p:spPr>
          <a:xfrm>
            <a:off x="8802116" y="585788"/>
            <a:ext cx="3004820" cy="615553"/>
          </a:xfrm>
        </p:spPr>
        <p:txBody>
          <a:bodyPr/>
          <a:lstStyle>
            <a:lvl1pPr marL="0" indent="0">
              <a:buNone/>
              <a:defRPr sz="2000">
                <a:solidFill>
                  <a:schemeClr val="tx1"/>
                </a:solidFill>
              </a:defRPr>
            </a:lvl1pPr>
          </a:lstStyle>
          <a:p>
            <a:pPr lvl="0"/>
            <a:r>
              <a:rPr lang="en-US"/>
              <a:t>Click to edit Master text styles</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5051953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only 1">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381000" y="457200"/>
            <a:ext cx="11430000" cy="553998"/>
          </a:xfrm>
        </p:spPr>
        <p:txBody>
          <a:bodyPr anchor="t"/>
          <a:lstStyle>
            <a:lvl1pPr>
              <a:defRPr>
                <a:solidFill>
                  <a:schemeClr val="tx1"/>
                </a:solidFill>
              </a:defRPr>
            </a:lvl1pPr>
          </a:lstStyle>
          <a:p>
            <a:r>
              <a:rPr lang="en-US"/>
              <a:t>Click to edit Master title style</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7" name="Freeform: Shape 6" descr="Yellow-Blue MIS Identity bar">
            <a:extLst>
              <a:ext uri="{FF2B5EF4-FFF2-40B4-BE49-F238E27FC236}">
                <a16:creationId xmlns:a16="http://schemas.microsoft.com/office/drawing/2014/main" id="{12459C84-37BE-4847-8FEC-294FA2757DD2}"/>
              </a:ext>
              <a:ext uri="{C183D7F6-B498-43B3-948B-1728B52AA6E4}">
                <adec:decorative xmlns:adec="http://schemas.microsoft.com/office/drawing/2017/decorative" val="0"/>
              </a:ext>
            </a:extLst>
          </p:cNvPr>
          <p:cNvSpPr/>
          <p:nvPr userDrawn="1"/>
        </p:nvSpPr>
        <p:spPr bwMode="auto">
          <a:xfrm>
            <a:off x="0" y="6747118"/>
            <a:ext cx="12188952" cy="110883"/>
          </a:xfrm>
          <a:custGeom>
            <a:avLst/>
            <a:gdLst>
              <a:gd name="connsiteX0" fmla="*/ 0 w 12188952"/>
              <a:gd name="connsiteY0" fmla="*/ 0 h 110883"/>
              <a:gd name="connsiteX1" fmla="*/ 12188952 w 12188952"/>
              <a:gd name="connsiteY1" fmla="*/ 0 h 110883"/>
              <a:gd name="connsiteX2" fmla="*/ 12188952 w 12188952"/>
              <a:gd name="connsiteY2" fmla="*/ 110883 h 110883"/>
              <a:gd name="connsiteX3" fmla="*/ 0 w 12188952"/>
              <a:gd name="connsiteY3" fmla="*/ 110883 h 110883"/>
            </a:gdLst>
            <a:ahLst/>
            <a:cxnLst>
              <a:cxn ang="0">
                <a:pos x="connsiteX0" y="connsiteY0"/>
              </a:cxn>
              <a:cxn ang="0">
                <a:pos x="connsiteX1" y="connsiteY1"/>
              </a:cxn>
              <a:cxn ang="0">
                <a:pos x="connsiteX2" y="connsiteY2"/>
              </a:cxn>
              <a:cxn ang="0">
                <a:pos x="connsiteX3" y="connsiteY3"/>
              </a:cxn>
            </a:cxnLst>
            <a:rect l="l" t="t" r="r" b="b"/>
            <a:pathLst>
              <a:path w="12188952" h="110883">
                <a:moveTo>
                  <a:pt x="0" y="0"/>
                </a:moveTo>
                <a:lnTo>
                  <a:pt x="12188952" y="0"/>
                </a:lnTo>
                <a:lnTo>
                  <a:pt x="12188952" y="110883"/>
                </a:lnTo>
                <a:lnTo>
                  <a:pt x="0" y="110883"/>
                </a:lnTo>
                <a:close/>
              </a:path>
            </a:pathLst>
          </a:cu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Tree>
    <p:extLst>
      <p:ext uri="{BB962C8B-B14F-4D97-AF65-F5344CB8AC3E}">
        <p14:creationId xmlns:p14="http://schemas.microsoft.com/office/powerpoint/2010/main" val="132302832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Title only 1">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381000" y="457200"/>
            <a:ext cx="11430000" cy="553998"/>
          </a:xfrm>
        </p:spPr>
        <p:txBody>
          <a:bodyPr anchor="t"/>
          <a:lstStyle>
            <a:lvl1pPr>
              <a:defRPr>
                <a:solidFill>
                  <a:schemeClr val="tx1"/>
                </a:solidFill>
              </a:defRPr>
            </a:lvl1pPr>
          </a:lstStyle>
          <a:p>
            <a:r>
              <a:rPr lang="en-US"/>
              <a:t>Click to edit Master title style</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8475739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lank with bar">
    <p:bg>
      <p:bgPr>
        <a:solidFill>
          <a:srgbClr val="FFFFFF"/>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5" name="Freeform: Shape 4" descr="Yellow-Blue MIS Identity bar">
            <a:extLst>
              <a:ext uri="{FF2B5EF4-FFF2-40B4-BE49-F238E27FC236}">
                <a16:creationId xmlns:a16="http://schemas.microsoft.com/office/drawing/2014/main" id="{FC30CBAD-253B-4DF8-885E-7BE04C575633}"/>
              </a:ext>
              <a:ext uri="{C183D7F6-B498-43B3-948B-1728B52AA6E4}">
                <adec:decorative xmlns:adec="http://schemas.microsoft.com/office/drawing/2017/decorative" val="0"/>
              </a:ext>
            </a:extLst>
          </p:cNvPr>
          <p:cNvSpPr/>
          <p:nvPr userDrawn="1"/>
        </p:nvSpPr>
        <p:spPr bwMode="auto">
          <a:xfrm>
            <a:off x="0" y="6747118"/>
            <a:ext cx="12188952" cy="110883"/>
          </a:xfrm>
          <a:custGeom>
            <a:avLst/>
            <a:gdLst>
              <a:gd name="connsiteX0" fmla="*/ 0 w 12188952"/>
              <a:gd name="connsiteY0" fmla="*/ 0 h 110883"/>
              <a:gd name="connsiteX1" fmla="*/ 12188952 w 12188952"/>
              <a:gd name="connsiteY1" fmla="*/ 0 h 110883"/>
              <a:gd name="connsiteX2" fmla="*/ 12188952 w 12188952"/>
              <a:gd name="connsiteY2" fmla="*/ 110883 h 110883"/>
              <a:gd name="connsiteX3" fmla="*/ 0 w 12188952"/>
              <a:gd name="connsiteY3" fmla="*/ 110883 h 110883"/>
            </a:gdLst>
            <a:ahLst/>
            <a:cxnLst>
              <a:cxn ang="0">
                <a:pos x="connsiteX0" y="connsiteY0"/>
              </a:cxn>
              <a:cxn ang="0">
                <a:pos x="connsiteX1" y="connsiteY1"/>
              </a:cxn>
              <a:cxn ang="0">
                <a:pos x="connsiteX2" y="connsiteY2"/>
              </a:cxn>
              <a:cxn ang="0">
                <a:pos x="connsiteX3" y="connsiteY3"/>
              </a:cxn>
            </a:cxnLst>
            <a:rect l="l" t="t" r="r" b="b"/>
            <a:pathLst>
              <a:path w="12188952" h="110883">
                <a:moveTo>
                  <a:pt x="0" y="0"/>
                </a:moveTo>
                <a:lnTo>
                  <a:pt x="12188952" y="0"/>
                </a:lnTo>
                <a:lnTo>
                  <a:pt x="12188952" y="110883"/>
                </a:lnTo>
                <a:lnTo>
                  <a:pt x="0" y="110883"/>
                </a:lnTo>
                <a:close/>
              </a:path>
            </a:pathLst>
          </a:cu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Tree>
    <p:extLst>
      <p:ext uri="{BB962C8B-B14F-4D97-AF65-F5344CB8AC3E}">
        <p14:creationId xmlns:p14="http://schemas.microsoft.com/office/powerpoint/2010/main" val="78834441"/>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er Line 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381000" y="457200"/>
            <a:ext cx="11430000" cy="553998"/>
          </a:xfrm>
        </p:spPr>
        <p:txBody>
          <a:bodyPr anchor="t"/>
          <a:lstStyle>
            <a:lvl1pPr>
              <a:defRPr>
                <a:solidFill>
                  <a:schemeClr val="tx1"/>
                </a:solidFill>
              </a:defRPr>
            </a:lvl1pPr>
          </a:lstStyle>
          <a:p>
            <a:r>
              <a:rPr lang="en-US"/>
              <a:t>Click to edit Master title style</a:t>
            </a:r>
          </a:p>
        </p:txBody>
      </p:sp>
      <p:cxnSp>
        <p:nvCxnSpPr>
          <p:cNvPr id="7" name="Straight Connector 6">
            <a:extLst>
              <a:ext uri="{FF2B5EF4-FFF2-40B4-BE49-F238E27FC236}">
                <a16:creationId xmlns:a16="http://schemas.microsoft.com/office/drawing/2014/main" id="{8EDAE969-6DFB-AD4B-A4BB-4C9D04F1489D}"/>
              </a:ext>
              <a:ext uri="{C183D7F6-B498-43B3-948B-1728B52AA6E4}">
                <adec:decorative xmlns:adec="http://schemas.microsoft.com/office/drawing/2017/decorative" val="1"/>
              </a:ext>
            </a:extLst>
          </p:cNvPr>
          <p:cNvCxnSpPr>
            <a:cxnSpLocks/>
          </p:cNvCxnSpPr>
          <p:nvPr userDrawn="1"/>
        </p:nvCxnSpPr>
        <p:spPr>
          <a:xfrm>
            <a:off x="381000" y="1143000"/>
            <a:ext cx="11430000" cy="0"/>
          </a:xfrm>
          <a:prstGeom prst="line">
            <a:avLst/>
          </a:prstGeom>
          <a:ln w="25400" cap="sq">
            <a:gradFill>
              <a:gsLst>
                <a:gs pos="60000">
                  <a:srgbClr val="61C5BE"/>
                </a:gs>
                <a:gs pos="29000">
                  <a:srgbClr val="FFF200"/>
                </a:gs>
                <a:gs pos="100000">
                  <a:schemeClr val="accent5"/>
                </a:gs>
              </a:gsLst>
              <a:lin ang="0" scaled="0"/>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381000" y="1435100"/>
            <a:ext cx="11430000"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9" name="Freeform: Shape 8" descr="Yellow-Blue MIS Identity bar">
            <a:extLst>
              <a:ext uri="{FF2B5EF4-FFF2-40B4-BE49-F238E27FC236}">
                <a16:creationId xmlns:a16="http://schemas.microsoft.com/office/drawing/2014/main" id="{42998CE9-F833-44B6-B17D-26B5AA2294C3}"/>
              </a:ext>
              <a:ext uri="{C183D7F6-B498-43B3-948B-1728B52AA6E4}">
                <adec:decorative xmlns:adec="http://schemas.microsoft.com/office/drawing/2017/decorative" val="0"/>
              </a:ext>
            </a:extLst>
          </p:cNvPr>
          <p:cNvSpPr/>
          <p:nvPr userDrawn="1"/>
        </p:nvSpPr>
        <p:spPr bwMode="auto">
          <a:xfrm>
            <a:off x="0" y="6747118"/>
            <a:ext cx="12188952" cy="110883"/>
          </a:xfrm>
          <a:custGeom>
            <a:avLst/>
            <a:gdLst>
              <a:gd name="connsiteX0" fmla="*/ 0 w 12188952"/>
              <a:gd name="connsiteY0" fmla="*/ 0 h 110883"/>
              <a:gd name="connsiteX1" fmla="*/ 12188952 w 12188952"/>
              <a:gd name="connsiteY1" fmla="*/ 0 h 110883"/>
              <a:gd name="connsiteX2" fmla="*/ 12188952 w 12188952"/>
              <a:gd name="connsiteY2" fmla="*/ 110883 h 110883"/>
              <a:gd name="connsiteX3" fmla="*/ 0 w 12188952"/>
              <a:gd name="connsiteY3" fmla="*/ 110883 h 110883"/>
            </a:gdLst>
            <a:ahLst/>
            <a:cxnLst>
              <a:cxn ang="0">
                <a:pos x="connsiteX0" y="connsiteY0"/>
              </a:cxn>
              <a:cxn ang="0">
                <a:pos x="connsiteX1" y="connsiteY1"/>
              </a:cxn>
              <a:cxn ang="0">
                <a:pos x="connsiteX2" y="connsiteY2"/>
              </a:cxn>
              <a:cxn ang="0">
                <a:pos x="connsiteX3" y="connsiteY3"/>
              </a:cxn>
            </a:cxnLst>
            <a:rect l="l" t="t" r="r" b="b"/>
            <a:pathLst>
              <a:path w="12188952" h="110883">
                <a:moveTo>
                  <a:pt x="0" y="0"/>
                </a:moveTo>
                <a:lnTo>
                  <a:pt x="12188952" y="0"/>
                </a:lnTo>
                <a:lnTo>
                  <a:pt x="12188952" y="110883"/>
                </a:lnTo>
                <a:lnTo>
                  <a:pt x="0" y="110883"/>
                </a:lnTo>
                <a:close/>
              </a:path>
            </a:pathLst>
          </a:cu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Tree>
    <p:extLst>
      <p:ext uri="{BB962C8B-B14F-4D97-AF65-F5344CB8AC3E}">
        <p14:creationId xmlns:p14="http://schemas.microsoft.com/office/powerpoint/2010/main" val="395947609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Header Background Two Column Content with Subhead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381000" y="457200"/>
            <a:ext cx="11430000" cy="553998"/>
          </a:xfrm>
        </p:spPr>
        <p:txBody>
          <a:bodyPr wrap="square" anchor="t">
            <a:spAutoFit/>
          </a:bodyPr>
          <a:lstStyle>
            <a:lvl1pPr>
              <a:defRPr>
                <a:solidFill>
                  <a:schemeClr val="tx1"/>
                </a:solidFill>
              </a:defRPr>
            </a:lvl1pPr>
          </a:lstStyle>
          <a:p>
            <a:r>
              <a:rPr lang="en-US"/>
              <a:t>Click to edit Master title style</a:t>
            </a:r>
          </a:p>
        </p:txBody>
      </p:sp>
      <p:cxnSp>
        <p:nvCxnSpPr>
          <p:cNvPr id="9" name="Straight Connector 8">
            <a:extLst>
              <a:ext uri="{FF2B5EF4-FFF2-40B4-BE49-F238E27FC236}">
                <a16:creationId xmlns:a16="http://schemas.microsoft.com/office/drawing/2014/main" id="{43F0B6A1-89DB-BD4F-90AE-D2A420FCD36E}"/>
              </a:ext>
              <a:ext uri="{C183D7F6-B498-43B3-948B-1728B52AA6E4}">
                <adec:decorative xmlns:adec="http://schemas.microsoft.com/office/drawing/2017/decorative" val="1"/>
              </a:ext>
            </a:extLst>
          </p:cNvPr>
          <p:cNvCxnSpPr>
            <a:cxnSpLocks/>
          </p:cNvCxnSpPr>
          <p:nvPr userDrawn="1"/>
        </p:nvCxnSpPr>
        <p:spPr>
          <a:xfrm>
            <a:off x="381000" y="1143000"/>
            <a:ext cx="11430000" cy="0"/>
          </a:xfrm>
          <a:prstGeom prst="line">
            <a:avLst/>
          </a:prstGeom>
          <a:ln w="25400" cap="sq">
            <a:gradFill>
              <a:gsLst>
                <a:gs pos="60000">
                  <a:srgbClr val="61C5BE"/>
                </a:gs>
                <a:gs pos="29000">
                  <a:srgbClr val="FFF200"/>
                </a:gs>
                <a:gs pos="100000">
                  <a:schemeClr val="accent5"/>
                </a:gs>
              </a:gsLst>
              <a:lin ang="0" scaled="0"/>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376236" y="1443174"/>
            <a:ext cx="5421497"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381000" y="2087699"/>
            <a:ext cx="5416550" cy="1034129"/>
          </a:xfrm>
        </p:spPr>
        <p:txBody>
          <a:bodyPr/>
          <a:lstStyle>
            <a:lvl1pPr marL="228600" indent="-228600">
              <a:buFont typeface="Arial" panose="020B0604020202020204" pitchFamily="34" charset="0"/>
              <a:buChar char="•"/>
              <a:defRPr sz="2400"/>
            </a:lvl1pPr>
            <a:lvl2pPr marL="571500" indent="-228600">
              <a:buSzPct val="100000"/>
              <a:buFont typeface="Arial" panose="020B0604020202020204" pitchFamily="34" charset="0"/>
              <a:buChar char="‒"/>
              <a:defRPr/>
            </a:lvl2pPr>
            <a:lvl3pPr marL="800100" indent="-200025">
              <a:buFont typeface="Wingdings" panose="05000000000000000000" pitchFamily="2" charset="2"/>
              <a:buChar char="§"/>
              <a:defRPr/>
            </a:lvl3pPr>
          </a:lstStyle>
          <a:p>
            <a:pPr lvl="0"/>
            <a:r>
              <a:rPr lang="en-US"/>
              <a:t>Click to edit Master text styles</a:t>
            </a:r>
          </a:p>
          <a:p>
            <a:pPr lvl="1"/>
            <a:r>
              <a:rPr lang="en-US"/>
              <a:t>Second level</a:t>
            </a:r>
          </a:p>
          <a:p>
            <a:pPr lvl="2"/>
            <a:r>
              <a:rPr lang="en-US"/>
              <a:t>Third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440" y="1436688"/>
            <a:ext cx="5421497"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3"/>
            <a:ext cx="5416550" cy="1034129"/>
          </a:xfrm>
        </p:spPr>
        <p:txBody>
          <a:bodyPr/>
          <a:lstStyle>
            <a:lvl1pPr marL="228600" indent="-228600">
              <a:buSzPct val="100000"/>
              <a:buFont typeface="Arial" panose="020B0604020202020204" pitchFamily="34" charset="0"/>
              <a:buChar char="•"/>
              <a:defRPr sz="2400"/>
            </a:lvl1pPr>
            <a:lvl2pPr marL="571500" indent="-228600">
              <a:buSzPct val="100000"/>
              <a:buFont typeface="Arial" panose="020B0604020202020204" pitchFamily="34" charset="0"/>
              <a:buChar char="‒"/>
              <a:tabLst>
                <a:tab pos="342900" algn="l"/>
              </a:tabLst>
              <a:defRPr/>
            </a:lvl2pPr>
            <a:lvl3pPr marL="800100" indent="-200025">
              <a:buFont typeface="Wingdings" panose="05000000000000000000" pitchFamily="2" charset="2"/>
              <a:buChar char="§"/>
              <a:defRPr/>
            </a:lvl3pPr>
          </a:lstStyle>
          <a:p>
            <a:pPr lvl="0"/>
            <a:r>
              <a:rPr lang="en-US"/>
              <a:t>Click to edit Master text styles</a:t>
            </a:r>
          </a:p>
          <a:p>
            <a:pPr lvl="1"/>
            <a:r>
              <a:rPr lang="en-US"/>
              <a:t>Second level</a:t>
            </a:r>
          </a:p>
          <a:p>
            <a:pPr lvl="2"/>
            <a:r>
              <a:rPr lang="en-US"/>
              <a:t>Third level</a:t>
            </a:r>
          </a:p>
        </p:txBody>
      </p:sp>
      <p:sp>
        <p:nvSpPr>
          <p:cNvPr id="11" name="Freeform: Shape 10" descr="Yellow-Blue MIS Identity bar">
            <a:extLst>
              <a:ext uri="{FF2B5EF4-FFF2-40B4-BE49-F238E27FC236}">
                <a16:creationId xmlns:a16="http://schemas.microsoft.com/office/drawing/2014/main" id="{D9BF4700-5BDD-41C0-8CAB-2BFC8F43CF89}"/>
              </a:ext>
              <a:ext uri="{C183D7F6-B498-43B3-948B-1728B52AA6E4}">
                <adec:decorative xmlns:adec="http://schemas.microsoft.com/office/drawing/2017/decorative" val="0"/>
              </a:ext>
            </a:extLst>
          </p:cNvPr>
          <p:cNvSpPr/>
          <p:nvPr userDrawn="1"/>
        </p:nvSpPr>
        <p:spPr bwMode="auto">
          <a:xfrm>
            <a:off x="0" y="6747118"/>
            <a:ext cx="12188952" cy="110883"/>
          </a:xfrm>
          <a:custGeom>
            <a:avLst/>
            <a:gdLst>
              <a:gd name="connsiteX0" fmla="*/ 0 w 12188952"/>
              <a:gd name="connsiteY0" fmla="*/ 0 h 110883"/>
              <a:gd name="connsiteX1" fmla="*/ 12188952 w 12188952"/>
              <a:gd name="connsiteY1" fmla="*/ 0 h 110883"/>
              <a:gd name="connsiteX2" fmla="*/ 12188952 w 12188952"/>
              <a:gd name="connsiteY2" fmla="*/ 110883 h 110883"/>
              <a:gd name="connsiteX3" fmla="*/ 0 w 12188952"/>
              <a:gd name="connsiteY3" fmla="*/ 110883 h 110883"/>
            </a:gdLst>
            <a:ahLst/>
            <a:cxnLst>
              <a:cxn ang="0">
                <a:pos x="connsiteX0" y="connsiteY0"/>
              </a:cxn>
              <a:cxn ang="0">
                <a:pos x="connsiteX1" y="connsiteY1"/>
              </a:cxn>
              <a:cxn ang="0">
                <a:pos x="connsiteX2" y="connsiteY2"/>
              </a:cxn>
              <a:cxn ang="0">
                <a:pos x="connsiteX3" y="connsiteY3"/>
              </a:cxn>
            </a:cxnLst>
            <a:rect l="l" t="t" r="r" b="b"/>
            <a:pathLst>
              <a:path w="12188952" h="110883">
                <a:moveTo>
                  <a:pt x="0" y="0"/>
                </a:moveTo>
                <a:lnTo>
                  <a:pt x="12188952" y="0"/>
                </a:lnTo>
                <a:lnTo>
                  <a:pt x="12188952" y="110883"/>
                </a:lnTo>
                <a:lnTo>
                  <a:pt x="0" y="110883"/>
                </a:lnTo>
                <a:close/>
              </a:path>
            </a:pathLst>
          </a:cu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Tree>
    <p:extLst>
      <p:ext uri="{BB962C8B-B14F-4D97-AF65-F5344CB8AC3E}">
        <p14:creationId xmlns:p14="http://schemas.microsoft.com/office/powerpoint/2010/main" val="92801564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162">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Header Line Four Column Bullet with Subtitl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5CAB6-9131-414F-AC0D-F1B415047504}"/>
              </a:ext>
            </a:extLst>
          </p:cNvPr>
          <p:cNvSpPr>
            <a:spLocks noGrp="1"/>
          </p:cNvSpPr>
          <p:nvPr>
            <p:ph type="title"/>
          </p:nvPr>
        </p:nvSpPr>
        <p:spPr/>
        <p:txBody>
          <a:bodyPr/>
          <a:lstStyle/>
          <a:p>
            <a:r>
              <a:rPr lang="en-US"/>
              <a:t>Click to edit Master title style</a:t>
            </a:r>
          </a:p>
        </p:txBody>
      </p:sp>
      <p:cxnSp>
        <p:nvCxnSpPr>
          <p:cNvPr id="13" name="Straight Connector 12">
            <a:extLst>
              <a:ext uri="{FF2B5EF4-FFF2-40B4-BE49-F238E27FC236}">
                <a16:creationId xmlns:a16="http://schemas.microsoft.com/office/drawing/2014/main" id="{6838DD66-27B4-2D4E-B5ED-029434F91980}"/>
              </a:ext>
              <a:ext uri="{C183D7F6-B498-43B3-948B-1728B52AA6E4}">
                <adec:decorative xmlns:adec="http://schemas.microsoft.com/office/drawing/2017/decorative" val="1"/>
              </a:ext>
            </a:extLst>
          </p:cNvPr>
          <p:cNvCxnSpPr>
            <a:cxnSpLocks/>
          </p:cNvCxnSpPr>
          <p:nvPr userDrawn="1"/>
        </p:nvCxnSpPr>
        <p:spPr>
          <a:xfrm>
            <a:off x="381000" y="1143000"/>
            <a:ext cx="11430000" cy="0"/>
          </a:xfrm>
          <a:prstGeom prst="line">
            <a:avLst/>
          </a:prstGeom>
          <a:ln w="25400" cap="sq">
            <a:gradFill>
              <a:gsLst>
                <a:gs pos="60000">
                  <a:srgbClr val="61C5BE"/>
                </a:gs>
                <a:gs pos="29000">
                  <a:srgbClr val="FFF200"/>
                </a:gs>
                <a:gs pos="100000">
                  <a:schemeClr val="accent5"/>
                </a:gs>
              </a:gsLst>
              <a:lin ang="0" scaled="0"/>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8" name="Text Placeholder 11">
            <a:extLst>
              <a:ext uri="{FF2B5EF4-FFF2-40B4-BE49-F238E27FC236}">
                <a16:creationId xmlns:a16="http://schemas.microsoft.com/office/drawing/2014/main" id="{9C1C01E9-B5DC-9348-AA0C-2FB3A6411AAF}"/>
              </a:ext>
            </a:extLst>
          </p:cNvPr>
          <p:cNvSpPr>
            <a:spLocks noGrp="1"/>
          </p:cNvSpPr>
          <p:nvPr>
            <p:ph type="body" sz="quarter" idx="22"/>
          </p:nvPr>
        </p:nvSpPr>
        <p:spPr>
          <a:xfrm>
            <a:off x="373537" y="1438275"/>
            <a:ext cx="259080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19" name="Text Placeholder 9">
            <a:extLst>
              <a:ext uri="{FF2B5EF4-FFF2-40B4-BE49-F238E27FC236}">
                <a16:creationId xmlns:a16="http://schemas.microsoft.com/office/drawing/2014/main" id="{94096232-4747-F943-95E4-42169B7FB6A2}"/>
              </a:ext>
            </a:extLst>
          </p:cNvPr>
          <p:cNvSpPr>
            <a:spLocks noGrp="1"/>
          </p:cNvSpPr>
          <p:nvPr>
            <p:ph type="body" sz="quarter" idx="23"/>
          </p:nvPr>
        </p:nvSpPr>
        <p:spPr>
          <a:xfrm>
            <a:off x="373537" y="2276475"/>
            <a:ext cx="2590799" cy="1144929"/>
          </a:xfrm>
        </p:spPr>
        <p:txBody>
          <a:bodyPr wrap="square">
            <a:spAutoFit/>
          </a:bodyPr>
          <a:lstStyle>
            <a:lvl1pPr marL="228600" indent="-228600">
              <a:buSzPct val="100000"/>
              <a:buFont typeface="Arial" panose="020B0604020202020204" pitchFamily="34" charset="0"/>
              <a:buChar char="•"/>
              <a:defRPr lang="en-US" sz="1800" dirty="0"/>
            </a:lvl1pPr>
            <a:lvl2pPr marL="403225" indent="-182563">
              <a:buSzPct val="100000"/>
              <a:buFont typeface="Arial" panose="020B0604020202020204" pitchFamily="34" charset="0"/>
              <a:buChar char="‒"/>
              <a:defRPr lang="en-US" sz="1600" dirty="0"/>
            </a:lvl2pPr>
            <a:lvl3pPr marL="631825" indent="-212725">
              <a:buSzPct val="100000"/>
              <a:buFont typeface="Wingdings" panose="05000000000000000000" pitchFamily="2" charset="2"/>
              <a:buChar char="§"/>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314700" y="1438275"/>
            <a:ext cx="259080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314700" y="2276475"/>
            <a:ext cx="2590799" cy="1144929"/>
          </a:xfrm>
        </p:spPr>
        <p:txBody>
          <a:bodyPr wrap="square">
            <a:spAutoFit/>
          </a:bodyPr>
          <a:lstStyle>
            <a:lvl1pPr marL="228600" indent="-228600">
              <a:buSzPct val="100000"/>
              <a:buFont typeface="Arial" panose="020B0604020202020204" pitchFamily="34" charset="0"/>
              <a:buChar char="•"/>
              <a:defRPr lang="en-US" sz="1800" dirty="0"/>
            </a:lvl1pPr>
            <a:lvl2pPr marL="403225" indent="-182563">
              <a:buSzPct val="100000"/>
              <a:buFont typeface="Arial" panose="020B0604020202020204" pitchFamily="34" charset="0"/>
              <a:buChar char="‒"/>
              <a:defRPr lang="en-US" sz="1600" dirty="0"/>
            </a:lvl2pPr>
            <a:lvl3pPr marL="631825" indent="-212725">
              <a:buSzPct val="100000"/>
              <a:buFont typeface="Wingdings" panose="05000000000000000000" pitchFamily="2" charset="2"/>
              <a:buChar char="§"/>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ABE642A5-F1D8-D748-8919-2041A5C204FF}"/>
              </a:ext>
            </a:extLst>
          </p:cNvPr>
          <p:cNvSpPr>
            <a:spLocks noGrp="1"/>
          </p:cNvSpPr>
          <p:nvPr>
            <p:ph type="body" sz="quarter" idx="18"/>
          </p:nvPr>
        </p:nvSpPr>
        <p:spPr>
          <a:xfrm>
            <a:off x="6284143" y="1438275"/>
            <a:ext cx="259080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15" name="Text Placeholder 9">
            <a:extLst>
              <a:ext uri="{FF2B5EF4-FFF2-40B4-BE49-F238E27FC236}">
                <a16:creationId xmlns:a16="http://schemas.microsoft.com/office/drawing/2014/main" id="{578BEDC7-0D76-A84D-B083-4B82CACCDA11}"/>
              </a:ext>
            </a:extLst>
          </p:cNvPr>
          <p:cNvSpPr>
            <a:spLocks noGrp="1"/>
          </p:cNvSpPr>
          <p:nvPr>
            <p:ph type="body" sz="quarter" idx="19"/>
          </p:nvPr>
        </p:nvSpPr>
        <p:spPr>
          <a:xfrm>
            <a:off x="6284143" y="2276475"/>
            <a:ext cx="2590799" cy="1144929"/>
          </a:xfrm>
        </p:spPr>
        <p:txBody>
          <a:bodyPr wrap="square">
            <a:spAutoFit/>
          </a:bodyPr>
          <a:lstStyle>
            <a:lvl1pPr marL="228600" indent="-228600">
              <a:buSzPct val="100000"/>
              <a:buFont typeface="Arial" panose="020B0604020202020204" pitchFamily="34" charset="0"/>
              <a:buChar char="•"/>
              <a:defRPr lang="en-US" sz="1800" dirty="0"/>
            </a:lvl1pPr>
            <a:lvl2pPr marL="403225" indent="-182563">
              <a:buSzPct val="100000"/>
              <a:buFont typeface="Arial" panose="020B0604020202020204" pitchFamily="34" charset="0"/>
              <a:buChar char="‒"/>
              <a:defRPr lang="en-US" sz="1600" dirty="0"/>
            </a:lvl2pPr>
            <a:lvl3pPr marL="631825" indent="-212725">
              <a:buSzPct val="100000"/>
              <a:buFont typeface="Wingdings" panose="05000000000000000000" pitchFamily="2" charset="2"/>
              <a:buChar char="§"/>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p:txBody>
      </p:sp>
      <p:sp>
        <p:nvSpPr>
          <p:cNvPr id="16" name="Text Placeholder 11">
            <a:extLst>
              <a:ext uri="{FF2B5EF4-FFF2-40B4-BE49-F238E27FC236}">
                <a16:creationId xmlns:a16="http://schemas.microsoft.com/office/drawing/2014/main" id="{67AE659B-3FE7-5B48-AB0D-E8A1711490B4}"/>
              </a:ext>
            </a:extLst>
          </p:cNvPr>
          <p:cNvSpPr>
            <a:spLocks noGrp="1"/>
          </p:cNvSpPr>
          <p:nvPr>
            <p:ph type="body" sz="quarter" idx="20"/>
          </p:nvPr>
        </p:nvSpPr>
        <p:spPr>
          <a:xfrm>
            <a:off x="9225306" y="1438275"/>
            <a:ext cx="259080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17" name="Text Placeholder 9">
            <a:extLst>
              <a:ext uri="{FF2B5EF4-FFF2-40B4-BE49-F238E27FC236}">
                <a16:creationId xmlns:a16="http://schemas.microsoft.com/office/drawing/2014/main" id="{C76058FD-31EE-934B-B410-42E670BACDAB}"/>
              </a:ext>
            </a:extLst>
          </p:cNvPr>
          <p:cNvSpPr>
            <a:spLocks noGrp="1"/>
          </p:cNvSpPr>
          <p:nvPr>
            <p:ph type="body" sz="quarter" idx="21"/>
          </p:nvPr>
        </p:nvSpPr>
        <p:spPr>
          <a:xfrm>
            <a:off x="9225306" y="2276475"/>
            <a:ext cx="2590799" cy="1144929"/>
          </a:xfrm>
        </p:spPr>
        <p:txBody>
          <a:bodyPr wrap="square">
            <a:spAutoFit/>
          </a:bodyPr>
          <a:lstStyle>
            <a:lvl1pPr marL="228600" indent="-228600">
              <a:buSzPct val="100000"/>
              <a:buFont typeface="Arial" panose="020B0604020202020204" pitchFamily="34" charset="0"/>
              <a:buChar char="•"/>
              <a:defRPr lang="en-US" sz="1800" dirty="0"/>
            </a:lvl1pPr>
            <a:lvl2pPr marL="403225" indent="-182563">
              <a:buSzPct val="100000"/>
              <a:buFont typeface="Arial" panose="020B0604020202020204" pitchFamily="34" charset="0"/>
              <a:buChar char="‒"/>
              <a:defRPr lang="en-US" sz="1600" dirty="0"/>
            </a:lvl2pPr>
            <a:lvl3pPr marL="631825" indent="-212725">
              <a:buSzPct val="100000"/>
              <a:buFont typeface="Wingdings" panose="05000000000000000000" pitchFamily="2" charset="2"/>
              <a:buChar char="§"/>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p:txBody>
      </p:sp>
      <p:sp>
        <p:nvSpPr>
          <p:cNvPr id="21" name="Freeform: Shape 20" descr="Yellow-Blue MIS Identity bar">
            <a:extLst>
              <a:ext uri="{FF2B5EF4-FFF2-40B4-BE49-F238E27FC236}">
                <a16:creationId xmlns:a16="http://schemas.microsoft.com/office/drawing/2014/main" id="{F8143447-2CEF-4443-8263-7FEB0FC87797}"/>
              </a:ext>
              <a:ext uri="{C183D7F6-B498-43B3-948B-1728B52AA6E4}">
                <adec:decorative xmlns:adec="http://schemas.microsoft.com/office/drawing/2017/decorative" val="0"/>
              </a:ext>
            </a:extLst>
          </p:cNvPr>
          <p:cNvSpPr/>
          <p:nvPr userDrawn="1"/>
        </p:nvSpPr>
        <p:spPr bwMode="auto">
          <a:xfrm>
            <a:off x="0" y="6747118"/>
            <a:ext cx="12188952" cy="110883"/>
          </a:xfrm>
          <a:custGeom>
            <a:avLst/>
            <a:gdLst>
              <a:gd name="connsiteX0" fmla="*/ 0 w 12188952"/>
              <a:gd name="connsiteY0" fmla="*/ 0 h 110883"/>
              <a:gd name="connsiteX1" fmla="*/ 12188952 w 12188952"/>
              <a:gd name="connsiteY1" fmla="*/ 0 h 110883"/>
              <a:gd name="connsiteX2" fmla="*/ 12188952 w 12188952"/>
              <a:gd name="connsiteY2" fmla="*/ 110883 h 110883"/>
              <a:gd name="connsiteX3" fmla="*/ 0 w 12188952"/>
              <a:gd name="connsiteY3" fmla="*/ 110883 h 110883"/>
            </a:gdLst>
            <a:ahLst/>
            <a:cxnLst>
              <a:cxn ang="0">
                <a:pos x="connsiteX0" y="connsiteY0"/>
              </a:cxn>
              <a:cxn ang="0">
                <a:pos x="connsiteX1" y="connsiteY1"/>
              </a:cxn>
              <a:cxn ang="0">
                <a:pos x="connsiteX2" y="connsiteY2"/>
              </a:cxn>
              <a:cxn ang="0">
                <a:pos x="connsiteX3" y="connsiteY3"/>
              </a:cxn>
            </a:cxnLst>
            <a:rect l="l" t="t" r="r" b="b"/>
            <a:pathLst>
              <a:path w="12188952" h="110883">
                <a:moveTo>
                  <a:pt x="0" y="0"/>
                </a:moveTo>
                <a:lnTo>
                  <a:pt x="12188952" y="0"/>
                </a:lnTo>
                <a:lnTo>
                  <a:pt x="12188952" y="110883"/>
                </a:lnTo>
                <a:lnTo>
                  <a:pt x="0" y="110883"/>
                </a:lnTo>
                <a:close/>
              </a:path>
            </a:pathLst>
          </a:cu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Tree>
    <p:extLst>
      <p:ext uri="{BB962C8B-B14F-4D97-AF65-F5344CB8AC3E}">
        <p14:creationId xmlns:p14="http://schemas.microsoft.com/office/powerpoint/2010/main" val="1491698399"/>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872">
          <p15:clr>
            <a:srgbClr val="FBAE40"/>
          </p15:clr>
        </p15:guide>
        <p15:guide id="7" pos="2088">
          <p15:clr>
            <a:srgbClr val="FBAE40"/>
          </p15:clr>
        </p15:guide>
        <p15:guide id="8" pos="5592">
          <p15:clr>
            <a:srgbClr val="FBAE40"/>
          </p15:clr>
        </p15:guide>
        <p15:guide id="9" pos="5808">
          <p15:clr>
            <a:srgbClr val="FBAE40"/>
          </p15:clr>
        </p15:guide>
        <p15:guide id="10" pos="3720">
          <p15:clr>
            <a:srgbClr val="FBAE40"/>
          </p15:clr>
        </p15:guide>
        <p15:guide id="11" pos="396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Multiple Speaker Intro">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D4952-11EA-4AB8-BA59-D10AD858BA53}"/>
              </a:ext>
            </a:extLst>
          </p:cNvPr>
          <p:cNvSpPr>
            <a:spLocks noGrp="1"/>
          </p:cNvSpPr>
          <p:nvPr>
            <p:ph type="title"/>
          </p:nvPr>
        </p:nvSpPr>
        <p:spPr/>
        <p:txBody>
          <a:bodyPr/>
          <a:lstStyle/>
          <a:p>
            <a:r>
              <a:rPr lang="en-US"/>
              <a:t>Click to edit Master title style</a:t>
            </a:r>
          </a:p>
        </p:txBody>
      </p:sp>
      <p:cxnSp>
        <p:nvCxnSpPr>
          <p:cNvPr id="13" name="Straight Connector 12">
            <a:extLst>
              <a:ext uri="{FF2B5EF4-FFF2-40B4-BE49-F238E27FC236}">
                <a16:creationId xmlns:a16="http://schemas.microsoft.com/office/drawing/2014/main" id="{6838DD66-27B4-2D4E-B5ED-029434F91980}"/>
              </a:ext>
              <a:ext uri="{C183D7F6-B498-43B3-948B-1728B52AA6E4}">
                <adec:decorative xmlns:adec="http://schemas.microsoft.com/office/drawing/2017/decorative" val="1"/>
              </a:ext>
            </a:extLst>
          </p:cNvPr>
          <p:cNvCxnSpPr>
            <a:cxnSpLocks/>
          </p:cNvCxnSpPr>
          <p:nvPr userDrawn="1"/>
        </p:nvCxnSpPr>
        <p:spPr>
          <a:xfrm>
            <a:off x="381000" y="1143000"/>
            <a:ext cx="11430000" cy="0"/>
          </a:xfrm>
          <a:prstGeom prst="line">
            <a:avLst/>
          </a:prstGeom>
          <a:ln w="25400" cap="sq">
            <a:gradFill>
              <a:gsLst>
                <a:gs pos="60000">
                  <a:srgbClr val="61C5BE"/>
                </a:gs>
                <a:gs pos="29000">
                  <a:srgbClr val="FFF200"/>
                </a:gs>
                <a:gs pos="100000">
                  <a:schemeClr val="accent5"/>
                </a:gs>
              </a:gsLst>
              <a:lin ang="0" scaled="0"/>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Picture Placeholder 4" descr="A &quot;placeholder&quot; for a picture. Drag or drop your photo here, or click and tap the center to insert a photo">
            <a:extLst>
              <a:ext uri="{FF2B5EF4-FFF2-40B4-BE49-F238E27FC236}">
                <a16:creationId xmlns:a16="http://schemas.microsoft.com/office/drawing/2014/main" id="{CCF6286A-858A-5D40-BA18-0CDFEBA36576}"/>
              </a:ext>
            </a:extLst>
          </p:cNvPr>
          <p:cNvSpPr>
            <a:spLocks noGrp="1"/>
          </p:cNvSpPr>
          <p:nvPr>
            <p:ph type="pic" sz="quarter" idx="24"/>
          </p:nvPr>
        </p:nvSpPr>
        <p:spPr>
          <a:xfrm>
            <a:off x="1457528" y="1438274"/>
            <a:ext cx="3398837" cy="3133726"/>
          </a:xfrm>
          <a:solidFill>
            <a:schemeClr val="bg1">
              <a:lumMod val="85000"/>
            </a:schemeClr>
          </a:solidFill>
        </p:spPr>
        <p:txBody>
          <a:bodyPr anchor="ctr">
            <a:noAutofit/>
          </a:bodyPr>
          <a:lstStyle>
            <a:lvl1pPr marL="0" indent="0" algn="ctr">
              <a:buNone/>
              <a:defRPr/>
            </a:lvl1pPr>
          </a:lstStyle>
          <a:p>
            <a:r>
              <a:rPr lang="en-US"/>
              <a:t>Click icon to add picture</a:t>
            </a:r>
          </a:p>
        </p:txBody>
      </p:sp>
      <p:sp>
        <p:nvSpPr>
          <p:cNvPr id="18" name="Text Placeholder 11">
            <a:extLst>
              <a:ext uri="{FF2B5EF4-FFF2-40B4-BE49-F238E27FC236}">
                <a16:creationId xmlns:a16="http://schemas.microsoft.com/office/drawing/2014/main" id="{9C1C01E9-B5DC-9348-AA0C-2FB3A6411AAF}"/>
              </a:ext>
            </a:extLst>
          </p:cNvPr>
          <p:cNvSpPr>
            <a:spLocks noGrp="1"/>
          </p:cNvSpPr>
          <p:nvPr>
            <p:ph type="body" sz="quarter" idx="22"/>
          </p:nvPr>
        </p:nvSpPr>
        <p:spPr>
          <a:xfrm>
            <a:off x="1467909" y="4843063"/>
            <a:ext cx="3388456" cy="307777"/>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19" name="Text Placeholder 9">
            <a:extLst>
              <a:ext uri="{FF2B5EF4-FFF2-40B4-BE49-F238E27FC236}">
                <a16:creationId xmlns:a16="http://schemas.microsoft.com/office/drawing/2014/main" id="{94096232-4747-F943-95E4-42169B7FB6A2}"/>
              </a:ext>
            </a:extLst>
          </p:cNvPr>
          <p:cNvSpPr>
            <a:spLocks noGrp="1"/>
          </p:cNvSpPr>
          <p:nvPr>
            <p:ph type="body" sz="quarter" idx="23"/>
          </p:nvPr>
        </p:nvSpPr>
        <p:spPr>
          <a:xfrm>
            <a:off x="1467910" y="5281226"/>
            <a:ext cx="3388455" cy="276999"/>
          </a:xfrm>
        </p:spPr>
        <p:txBody>
          <a:bodyPr wrap="square">
            <a:spAutoFit/>
          </a:bodyPr>
          <a:lstStyle>
            <a:lvl1pPr marL="0" indent="0">
              <a:buNone/>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p:txBody>
      </p:sp>
      <p:sp>
        <p:nvSpPr>
          <p:cNvPr id="20" name="Picture Placeholder 4" descr="A &quot;placeholder&quot; for a picture. Drag or drop your photo here, or click and tap the center to insert a photo">
            <a:extLst>
              <a:ext uri="{FF2B5EF4-FFF2-40B4-BE49-F238E27FC236}">
                <a16:creationId xmlns:a16="http://schemas.microsoft.com/office/drawing/2014/main" id="{E7A598BA-7426-304E-A84E-B9857279183C}"/>
              </a:ext>
            </a:extLst>
          </p:cNvPr>
          <p:cNvSpPr>
            <a:spLocks noGrp="1"/>
          </p:cNvSpPr>
          <p:nvPr>
            <p:ph type="pic" sz="quarter" idx="25"/>
          </p:nvPr>
        </p:nvSpPr>
        <p:spPr>
          <a:xfrm>
            <a:off x="7354437" y="1438274"/>
            <a:ext cx="3398837" cy="3133726"/>
          </a:xfrm>
          <a:solidFill>
            <a:schemeClr val="bg1">
              <a:lumMod val="85000"/>
            </a:schemeClr>
          </a:solidFill>
        </p:spPr>
        <p:txBody>
          <a:bodyPr anchor="ctr">
            <a:noAutofit/>
          </a:bodyPr>
          <a:lstStyle>
            <a:lvl1pPr marL="0" indent="0" algn="ctr">
              <a:buNone/>
              <a:defRPr/>
            </a:lvl1pPr>
          </a:lstStyle>
          <a:p>
            <a:r>
              <a:rPr lang="en-US"/>
              <a:t>Click icon to add picture</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7364818" y="4843063"/>
            <a:ext cx="3388456" cy="307777"/>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7364819" y="5281226"/>
            <a:ext cx="3388455" cy="276999"/>
          </a:xfrm>
        </p:spPr>
        <p:txBody>
          <a:bodyPr wrap="square">
            <a:spAutoFit/>
          </a:bodyPr>
          <a:lstStyle>
            <a:lvl1pPr marL="0" indent="0">
              <a:buNone/>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p:txBody>
      </p:sp>
      <p:sp>
        <p:nvSpPr>
          <p:cNvPr id="11" name="Freeform: Shape 10" descr="Yellow-Blue MIS Identity bar">
            <a:extLst>
              <a:ext uri="{FF2B5EF4-FFF2-40B4-BE49-F238E27FC236}">
                <a16:creationId xmlns:a16="http://schemas.microsoft.com/office/drawing/2014/main" id="{FDAF8621-2DE3-44C1-9A12-778F8D5A81E2}"/>
              </a:ext>
              <a:ext uri="{C183D7F6-B498-43B3-948B-1728B52AA6E4}">
                <adec:decorative xmlns:adec="http://schemas.microsoft.com/office/drawing/2017/decorative" val="0"/>
              </a:ext>
            </a:extLst>
          </p:cNvPr>
          <p:cNvSpPr/>
          <p:nvPr userDrawn="1"/>
        </p:nvSpPr>
        <p:spPr bwMode="auto">
          <a:xfrm>
            <a:off x="0" y="6747118"/>
            <a:ext cx="12188952" cy="110883"/>
          </a:xfrm>
          <a:custGeom>
            <a:avLst/>
            <a:gdLst>
              <a:gd name="connsiteX0" fmla="*/ 0 w 12188952"/>
              <a:gd name="connsiteY0" fmla="*/ 0 h 110883"/>
              <a:gd name="connsiteX1" fmla="*/ 12188952 w 12188952"/>
              <a:gd name="connsiteY1" fmla="*/ 0 h 110883"/>
              <a:gd name="connsiteX2" fmla="*/ 12188952 w 12188952"/>
              <a:gd name="connsiteY2" fmla="*/ 110883 h 110883"/>
              <a:gd name="connsiteX3" fmla="*/ 0 w 12188952"/>
              <a:gd name="connsiteY3" fmla="*/ 110883 h 110883"/>
            </a:gdLst>
            <a:ahLst/>
            <a:cxnLst>
              <a:cxn ang="0">
                <a:pos x="connsiteX0" y="connsiteY0"/>
              </a:cxn>
              <a:cxn ang="0">
                <a:pos x="connsiteX1" y="connsiteY1"/>
              </a:cxn>
              <a:cxn ang="0">
                <a:pos x="connsiteX2" y="connsiteY2"/>
              </a:cxn>
              <a:cxn ang="0">
                <a:pos x="connsiteX3" y="connsiteY3"/>
              </a:cxn>
            </a:cxnLst>
            <a:rect l="l" t="t" r="r" b="b"/>
            <a:pathLst>
              <a:path w="12188952" h="110883">
                <a:moveTo>
                  <a:pt x="0" y="0"/>
                </a:moveTo>
                <a:lnTo>
                  <a:pt x="12188952" y="0"/>
                </a:lnTo>
                <a:lnTo>
                  <a:pt x="12188952" y="110883"/>
                </a:lnTo>
                <a:lnTo>
                  <a:pt x="0" y="110883"/>
                </a:lnTo>
                <a:close/>
              </a:path>
            </a:pathLst>
          </a:cu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Tree>
    <p:extLst>
      <p:ext uri="{BB962C8B-B14F-4D97-AF65-F5344CB8AC3E}">
        <p14:creationId xmlns:p14="http://schemas.microsoft.com/office/powerpoint/2010/main" val="3648989412"/>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872">
          <p15:clr>
            <a:srgbClr val="FBAE40"/>
          </p15:clr>
        </p15:guide>
        <p15:guide id="7" pos="2088">
          <p15:clr>
            <a:srgbClr val="FBAE40"/>
          </p15:clr>
        </p15:guide>
        <p15:guide id="8" pos="5592">
          <p15:clr>
            <a:srgbClr val="FBAE40"/>
          </p15:clr>
        </p15:guide>
        <p15:guide id="9" pos="5808">
          <p15:clr>
            <a:srgbClr val="FBAE40"/>
          </p15:clr>
        </p15:guide>
        <p15:guide id="10" pos="3720">
          <p15:clr>
            <a:srgbClr val="FBAE40"/>
          </p15:clr>
        </p15:guide>
        <p15:guide id="11" pos="396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 photo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A4E7E-F65D-43D2-9F92-A3EB109BE2B2}"/>
              </a:ext>
            </a:extLst>
          </p:cNvPr>
          <p:cNvSpPr>
            <a:spLocks noGrp="1"/>
          </p:cNvSpPr>
          <p:nvPr>
            <p:ph type="title"/>
          </p:nvPr>
        </p:nvSpPr>
        <p:spPr/>
        <p:txBody>
          <a:bodyPr/>
          <a:lstStyle/>
          <a:p>
            <a:r>
              <a:rPr lang="en-US"/>
              <a:t>Click to edit Master title style</a:t>
            </a:r>
          </a:p>
        </p:txBody>
      </p:sp>
      <p:cxnSp>
        <p:nvCxnSpPr>
          <p:cNvPr id="13" name="Straight Connector 12">
            <a:extLst>
              <a:ext uri="{FF2B5EF4-FFF2-40B4-BE49-F238E27FC236}">
                <a16:creationId xmlns:a16="http://schemas.microsoft.com/office/drawing/2014/main" id="{6838DD66-27B4-2D4E-B5ED-029434F91980}"/>
              </a:ext>
              <a:ext uri="{C183D7F6-B498-43B3-948B-1728B52AA6E4}">
                <adec:decorative xmlns:adec="http://schemas.microsoft.com/office/drawing/2017/decorative" val="1"/>
              </a:ext>
            </a:extLst>
          </p:cNvPr>
          <p:cNvCxnSpPr>
            <a:cxnSpLocks/>
          </p:cNvCxnSpPr>
          <p:nvPr userDrawn="1"/>
        </p:nvCxnSpPr>
        <p:spPr>
          <a:xfrm>
            <a:off x="381000" y="1143000"/>
            <a:ext cx="11430000" cy="0"/>
          </a:xfrm>
          <a:prstGeom prst="line">
            <a:avLst/>
          </a:prstGeom>
          <a:ln w="25400" cap="sq">
            <a:gradFill>
              <a:gsLst>
                <a:gs pos="60000">
                  <a:srgbClr val="61C5BE"/>
                </a:gs>
                <a:gs pos="29000">
                  <a:srgbClr val="FFF200"/>
                </a:gs>
                <a:gs pos="100000">
                  <a:schemeClr val="accent5"/>
                </a:gs>
              </a:gsLst>
              <a:lin ang="0" scaled="0"/>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Picture Placeholder 4" descr="A &quot;placeholder&quot; for a picture. Drag or drop your photo here, or click and tap the center to insert a photo">
            <a:extLst>
              <a:ext uri="{FF2B5EF4-FFF2-40B4-BE49-F238E27FC236}">
                <a16:creationId xmlns:a16="http://schemas.microsoft.com/office/drawing/2014/main" id="{CCF6286A-858A-5D40-BA18-0CDFEBA36576}"/>
              </a:ext>
            </a:extLst>
          </p:cNvPr>
          <p:cNvSpPr>
            <a:spLocks noGrp="1"/>
          </p:cNvSpPr>
          <p:nvPr>
            <p:ph type="pic" sz="quarter" idx="24"/>
          </p:nvPr>
        </p:nvSpPr>
        <p:spPr>
          <a:xfrm>
            <a:off x="381000" y="1438275"/>
            <a:ext cx="3398837" cy="1990725"/>
          </a:xfrm>
          <a:solidFill>
            <a:schemeClr val="bg1">
              <a:lumMod val="85000"/>
            </a:schemeClr>
          </a:solidFill>
        </p:spPr>
        <p:txBody>
          <a:bodyPr anchor="ctr">
            <a:noAutofit/>
          </a:bodyPr>
          <a:lstStyle>
            <a:lvl1pPr marL="0" indent="0" algn="ctr">
              <a:buNone/>
              <a:defRPr/>
            </a:lvl1pPr>
          </a:lstStyle>
          <a:p>
            <a:r>
              <a:rPr lang="en-US"/>
              <a:t>Click icon to add picture</a:t>
            </a:r>
          </a:p>
        </p:txBody>
      </p:sp>
      <p:sp>
        <p:nvSpPr>
          <p:cNvPr id="27" name="Text Placeholder 11">
            <a:extLst>
              <a:ext uri="{FF2B5EF4-FFF2-40B4-BE49-F238E27FC236}">
                <a16:creationId xmlns:a16="http://schemas.microsoft.com/office/drawing/2014/main" id="{4AE8ADBF-9C3D-6447-9FBD-A4AC43CD7C9B}"/>
              </a:ext>
            </a:extLst>
          </p:cNvPr>
          <p:cNvSpPr>
            <a:spLocks noGrp="1"/>
          </p:cNvSpPr>
          <p:nvPr>
            <p:ph type="body" sz="quarter" idx="22"/>
          </p:nvPr>
        </p:nvSpPr>
        <p:spPr>
          <a:xfrm>
            <a:off x="381000" y="3731911"/>
            <a:ext cx="3388456" cy="615553"/>
          </a:xfrm>
        </p:spPr>
        <p:txBody>
          <a:bodyPr anchor="b">
            <a:noAutofit/>
          </a:bodyPr>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8" name="Text Placeholder 9">
            <a:extLst>
              <a:ext uri="{FF2B5EF4-FFF2-40B4-BE49-F238E27FC236}">
                <a16:creationId xmlns:a16="http://schemas.microsoft.com/office/drawing/2014/main" id="{82D00D07-A668-9A4B-ABD0-A159B19899ED}"/>
              </a:ext>
            </a:extLst>
          </p:cNvPr>
          <p:cNvSpPr>
            <a:spLocks noGrp="1"/>
          </p:cNvSpPr>
          <p:nvPr>
            <p:ph type="body" sz="quarter" idx="23"/>
          </p:nvPr>
        </p:nvSpPr>
        <p:spPr>
          <a:xfrm>
            <a:off x="381000" y="4570111"/>
            <a:ext cx="3388455" cy="1698927"/>
          </a:xfrm>
        </p:spPr>
        <p:txBody>
          <a:bodyPr wrap="square">
            <a:noAutofit/>
          </a:bodyPr>
          <a:lstStyle>
            <a:lvl1pPr marL="0" indent="0">
              <a:buNone/>
              <a:defRPr lang="en-US" sz="1800" dirty="0"/>
            </a:lvl1pPr>
            <a:lvl2pPr marL="285750" indent="-174625">
              <a:buSzPct val="100000"/>
              <a:buFont typeface="Arial" panose="020B0604020202020204" pitchFamily="34" charset="0"/>
              <a:buChar char="•"/>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p:txBody>
      </p:sp>
      <p:sp>
        <p:nvSpPr>
          <p:cNvPr id="20" name="Picture Placeholder 4" descr="A &quot;placeholder&quot; for a picture. Drag or drop your photo here, or click and tap the center to insert a photo">
            <a:extLst>
              <a:ext uri="{FF2B5EF4-FFF2-40B4-BE49-F238E27FC236}">
                <a16:creationId xmlns:a16="http://schemas.microsoft.com/office/drawing/2014/main" id="{E7A598BA-7426-304E-A84E-B9857279183C}"/>
              </a:ext>
            </a:extLst>
          </p:cNvPr>
          <p:cNvSpPr>
            <a:spLocks noGrp="1"/>
          </p:cNvSpPr>
          <p:nvPr>
            <p:ph type="pic" sz="quarter" idx="25"/>
          </p:nvPr>
        </p:nvSpPr>
        <p:spPr>
          <a:xfrm>
            <a:off x="4403061" y="1438275"/>
            <a:ext cx="3398837" cy="1990725"/>
          </a:xfrm>
          <a:solidFill>
            <a:schemeClr val="bg1">
              <a:lumMod val="85000"/>
            </a:schemeClr>
          </a:solidFill>
        </p:spPr>
        <p:txBody>
          <a:bodyPr anchor="ctr">
            <a:noAutofit/>
          </a:bodyPr>
          <a:lstStyle>
            <a:lvl1pPr marL="0" indent="0" algn="ctr">
              <a:buNone/>
              <a:defRPr/>
            </a:lvl1pPr>
          </a:lstStyle>
          <a:p>
            <a:r>
              <a:rPr lang="en-US"/>
              <a:t>Click icon to add picture</a:t>
            </a:r>
          </a:p>
        </p:txBody>
      </p:sp>
      <p:sp>
        <p:nvSpPr>
          <p:cNvPr id="17" name="Text Placeholder 11">
            <a:extLst>
              <a:ext uri="{FF2B5EF4-FFF2-40B4-BE49-F238E27FC236}">
                <a16:creationId xmlns:a16="http://schemas.microsoft.com/office/drawing/2014/main" id="{79D72AE4-C872-264B-8D2B-C5BE5F5C8F07}"/>
              </a:ext>
            </a:extLst>
          </p:cNvPr>
          <p:cNvSpPr>
            <a:spLocks noGrp="1"/>
          </p:cNvSpPr>
          <p:nvPr>
            <p:ph type="body" sz="quarter" idx="17"/>
          </p:nvPr>
        </p:nvSpPr>
        <p:spPr>
          <a:xfrm>
            <a:off x="4413442" y="3731911"/>
            <a:ext cx="3388456" cy="615553"/>
          </a:xfrm>
        </p:spPr>
        <p:txBody>
          <a:bodyPr anchor="b">
            <a:noAutofit/>
          </a:bodyPr>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A9231E5B-AB59-004F-80F9-D0AFF871830D}"/>
              </a:ext>
            </a:extLst>
          </p:cNvPr>
          <p:cNvSpPr>
            <a:spLocks noGrp="1"/>
          </p:cNvSpPr>
          <p:nvPr>
            <p:ph type="body" sz="quarter" idx="15"/>
          </p:nvPr>
        </p:nvSpPr>
        <p:spPr>
          <a:xfrm>
            <a:off x="4413443" y="4570111"/>
            <a:ext cx="3388455" cy="1698927"/>
          </a:xfrm>
        </p:spPr>
        <p:txBody>
          <a:bodyPr wrap="square">
            <a:noAutofit/>
          </a:bodyPr>
          <a:lstStyle>
            <a:lvl1pPr marL="0" indent="0">
              <a:buNone/>
              <a:defRPr lang="en-US" sz="1800" dirty="0"/>
            </a:lvl1pPr>
            <a:lvl2pPr marL="396875" indent="-285750">
              <a:defRPr lang="en-US" sz="1600" kern="1200" spc="0" baseline="0" dirty="0" smtClean="0">
                <a:solidFill>
                  <a:schemeClr val="tx1"/>
                </a:solidFill>
                <a:latin typeface="+mn-lt"/>
                <a:ea typeface="+mn-ea"/>
                <a:cs typeface="+mn-cs"/>
              </a:defRPr>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p:txBody>
      </p:sp>
      <p:sp>
        <p:nvSpPr>
          <p:cNvPr id="21" name="Picture Placeholder 4" descr="A &quot;placeholder&quot; for a picture. Drag or drop your photo here, or click and tap the center to insert a photo">
            <a:extLst>
              <a:ext uri="{FF2B5EF4-FFF2-40B4-BE49-F238E27FC236}">
                <a16:creationId xmlns:a16="http://schemas.microsoft.com/office/drawing/2014/main" id="{0F32B2A1-5960-5A40-9394-1C7868FAE742}"/>
              </a:ext>
            </a:extLst>
          </p:cNvPr>
          <p:cNvSpPr>
            <a:spLocks noGrp="1"/>
          </p:cNvSpPr>
          <p:nvPr>
            <p:ph type="pic" sz="quarter" idx="26"/>
          </p:nvPr>
        </p:nvSpPr>
        <p:spPr>
          <a:xfrm>
            <a:off x="8413603" y="1438275"/>
            <a:ext cx="3398837" cy="1990725"/>
          </a:xfrm>
          <a:solidFill>
            <a:schemeClr val="bg1">
              <a:lumMod val="85000"/>
            </a:schemeClr>
          </a:solidFill>
        </p:spPr>
        <p:txBody>
          <a:bodyPr anchor="ctr">
            <a:noAutofit/>
          </a:bodyPr>
          <a:lstStyle>
            <a:lvl1pPr marL="0" indent="0" algn="ctr">
              <a:buNone/>
              <a:defRPr/>
            </a:lvl1pPr>
          </a:lstStyle>
          <a:p>
            <a:r>
              <a:rPr lang="en-US"/>
              <a:t>Click icon to add picture</a:t>
            </a:r>
          </a:p>
        </p:txBody>
      </p:sp>
      <p:sp>
        <p:nvSpPr>
          <p:cNvPr id="23" name="Text Placeholder 11">
            <a:extLst>
              <a:ext uri="{FF2B5EF4-FFF2-40B4-BE49-F238E27FC236}">
                <a16:creationId xmlns:a16="http://schemas.microsoft.com/office/drawing/2014/main" id="{C5DF5CA1-FDD3-5643-9549-FEE00AC25D6A}"/>
              </a:ext>
            </a:extLst>
          </p:cNvPr>
          <p:cNvSpPr>
            <a:spLocks noGrp="1"/>
          </p:cNvSpPr>
          <p:nvPr>
            <p:ph type="body" sz="quarter" idx="18"/>
          </p:nvPr>
        </p:nvSpPr>
        <p:spPr>
          <a:xfrm>
            <a:off x="8423984" y="3731911"/>
            <a:ext cx="3388456" cy="615553"/>
          </a:xfrm>
        </p:spPr>
        <p:txBody>
          <a:bodyPr anchor="b">
            <a:noAutofit/>
          </a:bodyPr>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6" name="Text Placeholder 9">
            <a:extLst>
              <a:ext uri="{FF2B5EF4-FFF2-40B4-BE49-F238E27FC236}">
                <a16:creationId xmlns:a16="http://schemas.microsoft.com/office/drawing/2014/main" id="{323A1E44-7867-1449-A813-9AB8DCDE10FE}"/>
              </a:ext>
            </a:extLst>
          </p:cNvPr>
          <p:cNvSpPr>
            <a:spLocks noGrp="1"/>
          </p:cNvSpPr>
          <p:nvPr>
            <p:ph type="body" sz="quarter" idx="19"/>
          </p:nvPr>
        </p:nvSpPr>
        <p:spPr>
          <a:xfrm>
            <a:off x="8423985" y="4570111"/>
            <a:ext cx="3388455" cy="1698927"/>
          </a:xfrm>
        </p:spPr>
        <p:txBody>
          <a:bodyPr wrap="square">
            <a:noAutofit/>
          </a:bodyPr>
          <a:lstStyle>
            <a:lvl1pPr marL="0" indent="0">
              <a:buNone/>
              <a:defRPr lang="en-US" sz="1800" dirty="0"/>
            </a:lvl1pPr>
            <a:lvl2pPr marL="396875" indent="-285750">
              <a:defRPr lang="en-US" sz="1600" kern="1200" spc="0" baseline="0" dirty="0" smtClean="0">
                <a:solidFill>
                  <a:schemeClr val="tx1"/>
                </a:solidFill>
                <a:latin typeface="+mn-lt"/>
                <a:ea typeface="+mn-ea"/>
                <a:cs typeface="+mn-cs"/>
              </a:defRPr>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p:txBody>
      </p:sp>
      <p:sp>
        <p:nvSpPr>
          <p:cNvPr id="15" name="Freeform: Shape 14" descr="Yellow-Blue MIS Identity bar">
            <a:extLst>
              <a:ext uri="{FF2B5EF4-FFF2-40B4-BE49-F238E27FC236}">
                <a16:creationId xmlns:a16="http://schemas.microsoft.com/office/drawing/2014/main" id="{1B1234E8-45AC-45C6-8C31-1DC523648015}"/>
              </a:ext>
              <a:ext uri="{C183D7F6-B498-43B3-948B-1728B52AA6E4}">
                <adec:decorative xmlns:adec="http://schemas.microsoft.com/office/drawing/2017/decorative" val="0"/>
              </a:ext>
            </a:extLst>
          </p:cNvPr>
          <p:cNvSpPr/>
          <p:nvPr userDrawn="1"/>
        </p:nvSpPr>
        <p:spPr bwMode="auto">
          <a:xfrm>
            <a:off x="0" y="6747118"/>
            <a:ext cx="12188952" cy="110883"/>
          </a:xfrm>
          <a:custGeom>
            <a:avLst/>
            <a:gdLst>
              <a:gd name="connsiteX0" fmla="*/ 0 w 12188952"/>
              <a:gd name="connsiteY0" fmla="*/ 0 h 110883"/>
              <a:gd name="connsiteX1" fmla="*/ 12188952 w 12188952"/>
              <a:gd name="connsiteY1" fmla="*/ 0 h 110883"/>
              <a:gd name="connsiteX2" fmla="*/ 12188952 w 12188952"/>
              <a:gd name="connsiteY2" fmla="*/ 110883 h 110883"/>
              <a:gd name="connsiteX3" fmla="*/ 0 w 12188952"/>
              <a:gd name="connsiteY3" fmla="*/ 110883 h 110883"/>
            </a:gdLst>
            <a:ahLst/>
            <a:cxnLst>
              <a:cxn ang="0">
                <a:pos x="connsiteX0" y="connsiteY0"/>
              </a:cxn>
              <a:cxn ang="0">
                <a:pos x="connsiteX1" y="connsiteY1"/>
              </a:cxn>
              <a:cxn ang="0">
                <a:pos x="connsiteX2" y="connsiteY2"/>
              </a:cxn>
              <a:cxn ang="0">
                <a:pos x="connsiteX3" y="connsiteY3"/>
              </a:cxn>
            </a:cxnLst>
            <a:rect l="l" t="t" r="r" b="b"/>
            <a:pathLst>
              <a:path w="12188952" h="110883">
                <a:moveTo>
                  <a:pt x="0" y="0"/>
                </a:moveTo>
                <a:lnTo>
                  <a:pt x="12188952" y="0"/>
                </a:lnTo>
                <a:lnTo>
                  <a:pt x="12188952" y="110883"/>
                </a:lnTo>
                <a:lnTo>
                  <a:pt x="0" y="110883"/>
                </a:lnTo>
                <a:close/>
              </a:path>
            </a:pathLst>
          </a:cu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Tree>
    <p:extLst>
      <p:ext uri="{BB962C8B-B14F-4D97-AF65-F5344CB8AC3E}">
        <p14:creationId xmlns:p14="http://schemas.microsoft.com/office/powerpoint/2010/main" val="3139440952"/>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872">
          <p15:clr>
            <a:srgbClr val="FBAE40"/>
          </p15:clr>
        </p15:guide>
        <p15:guide id="7" pos="2088">
          <p15:clr>
            <a:srgbClr val="FBAE40"/>
          </p15:clr>
        </p15:guide>
        <p15:guide id="8" pos="5592">
          <p15:clr>
            <a:srgbClr val="FBAE40"/>
          </p15:clr>
        </p15:guide>
        <p15:guide id="9" pos="5808">
          <p15:clr>
            <a:srgbClr val="FBAE40"/>
          </p15:clr>
        </p15:guide>
        <p15:guide id="10" pos="3720">
          <p15:clr>
            <a:srgbClr val="FBAE40"/>
          </p15:clr>
        </p15:guide>
        <p15:guide id="11" pos="396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4 photo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784D0-D15B-446E-8412-75A9B35B7146}"/>
              </a:ext>
            </a:extLst>
          </p:cNvPr>
          <p:cNvSpPr>
            <a:spLocks noGrp="1"/>
          </p:cNvSpPr>
          <p:nvPr>
            <p:ph type="title"/>
          </p:nvPr>
        </p:nvSpPr>
        <p:spPr/>
        <p:txBody>
          <a:bodyPr/>
          <a:lstStyle/>
          <a:p>
            <a:r>
              <a:rPr lang="en-US"/>
              <a:t>Click to edit Master title style</a:t>
            </a:r>
          </a:p>
        </p:txBody>
      </p:sp>
      <p:cxnSp>
        <p:nvCxnSpPr>
          <p:cNvPr id="13" name="Straight Connector 12">
            <a:extLst>
              <a:ext uri="{FF2B5EF4-FFF2-40B4-BE49-F238E27FC236}">
                <a16:creationId xmlns:a16="http://schemas.microsoft.com/office/drawing/2014/main" id="{6838DD66-27B4-2D4E-B5ED-029434F91980}"/>
              </a:ext>
              <a:ext uri="{C183D7F6-B498-43B3-948B-1728B52AA6E4}">
                <adec:decorative xmlns:adec="http://schemas.microsoft.com/office/drawing/2017/decorative" val="1"/>
              </a:ext>
            </a:extLst>
          </p:cNvPr>
          <p:cNvCxnSpPr>
            <a:cxnSpLocks/>
          </p:cNvCxnSpPr>
          <p:nvPr userDrawn="1"/>
        </p:nvCxnSpPr>
        <p:spPr>
          <a:xfrm>
            <a:off x="381000" y="1143000"/>
            <a:ext cx="11430000" cy="0"/>
          </a:xfrm>
          <a:prstGeom prst="line">
            <a:avLst/>
          </a:prstGeom>
          <a:ln w="25400" cap="sq">
            <a:gradFill>
              <a:gsLst>
                <a:gs pos="60000">
                  <a:srgbClr val="61C5BE"/>
                </a:gs>
                <a:gs pos="29000">
                  <a:srgbClr val="FFF200"/>
                </a:gs>
                <a:gs pos="100000">
                  <a:schemeClr val="accent5"/>
                </a:gs>
              </a:gsLst>
              <a:lin ang="0" scaled="0"/>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Picture Placeholder 4" descr="A &quot;placeholder&quot; for a picture. Drag or drop your photo here, or click and tap the center to insert a photo">
            <a:extLst>
              <a:ext uri="{FF2B5EF4-FFF2-40B4-BE49-F238E27FC236}">
                <a16:creationId xmlns:a16="http://schemas.microsoft.com/office/drawing/2014/main" id="{CCF6286A-858A-5D40-BA18-0CDFEBA36576}"/>
              </a:ext>
            </a:extLst>
          </p:cNvPr>
          <p:cNvSpPr>
            <a:spLocks noGrp="1"/>
          </p:cNvSpPr>
          <p:nvPr>
            <p:ph type="pic" sz="quarter" idx="24"/>
          </p:nvPr>
        </p:nvSpPr>
        <p:spPr>
          <a:xfrm>
            <a:off x="373063" y="1438275"/>
            <a:ext cx="2598737" cy="1990725"/>
          </a:xfrm>
          <a:solidFill>
            <a:schemeClr val="bg1">
              <a:lumMod val="85000"/>
            </a:schemeClr>
          </a:solidFill>
        </p:spPr>
        <p:txBody>
          <a:bodyPr anchor="ctr">
            <a:noAutofit/>
          </a:bodyPr>
          <a:lstStyle>
            <a:lvl1pPr marL="0" indent="0" algn="ctr">
              <a:buNone/>
              <a:defRPr/>
            </a:lvl1pPr>
          </a:lstStyle>
          <a:p>
            <a:r>
              <a:rPr lang="en-US"/>
              <a:t>Click icon to add picture</a:t>
            </a:r>
          </a:p>
        </p:txBody>
      </p:sp>
      <p:sp>
        <p:nvSpPr>
          <p:cNvPr id="33" name="Text Placeholder 11">
            <a:extLst>
              <a:ext uri="{FF2B5EF4-FFF2-40B4-BE49-F238E27FC236}">
                <a16:creationId xmlns:a16="http://schemas.microsoft.com/office/drawing/2014/main" id="{2E7061F9-50A7-2549-BC77-1D021E2F121E}"/>
              </a:ext>
            </a:extLst>
          </p:cNvPr>
          <p:cNvSpPr>
            <a:spLocks noGrp="1"/>
          </p:cNvSpPr>
          <p:nvPr>
            <p:ph type="body" sz="quarter" idx="22"/>
          </p:nvPr>
        </p:nvSpPr>
        <p:spPr>
          <a:xfrm>
            <a:off x="373537" y="3731911"/>
            <a:ext cx="2590800" cy="615553"/>
          </a:xfrm>
        </p:spPr>
        <p:txBody>
          <a:bodyPr anchor="b">
            <a:noAutofit/>
          </a:bodyPr>
          <a:lstStyle>
            <a:lvl1pPr marL="0" indent="0">
              <a:spcBef>
                <a:spcPts val="0"/>
              </a:spcBef>
              <a:buNone/>
              <a:defRPr sz="2000">
                <a:solidFill>
                  <a:schemeClr val="tx1"/>
                </a:solidFill>
                <a:latin typeface="+mj-lt"/>
              </a:defRPr>
            </a:lvl1pPr>
          </a:lstStyle>
          <a:p>
            <a:pPr lvl="0"/>
            <a:r>
              <a:rPr lang="en-US"/>
              <a:t>Click to edit Master text styles</a:t>
            </a:r>
          </a:p>
        </p:txBody>
      </p:sp>
      <p:sp>
        <p:nvSpPr>
          <p:cNvPr id="32" name="Text Placeholder 9">
            <a:extLst>
              <a:ext uri="{FF2B5EF4-FFF2-40B4-BE49-F238E27FC236}">
                <a16:creationId xmlns:a16="http://schemas.microsoft.com/office/drawing/2014/main" id="{BCF6660B-1F00-2842-BAC2-1E8525EF2F01}"/>
              </a:ext>
            </a:extLst>
          </p:cNvPr>
          <p:cNvSpPr>
            <a:spLocks noGrp="1"/>
          </p:cNvSpPr>
          <p:nvPr>
            <p:ph type="body" sz="quarter" idx="23"/>
          </p:nvPr>
        </p:nvSpPr>
        <p:spPr>
          <a:xfrm>
            <a:off x="373537" y="4570111"/>
            <a:ext cx="2590799" cy="1698927"/>
          </a:xfrm>
        </p:spPr>
        <p:txBody>
          <a:bodyPr wrap="square">
            <a:noAutofit/>
          </a:bodyPr>
          <a:lstStyle>
            <a:lvl1pPr marL="0" indent="0">
              <a:buNone/>
              <a:defRPr lang="en-US" sz="1800" dirty="0"/>
            </a:lvl1pPr>
            <a:lvl2pPr marL="396875" indent="-285750">
              <a:defRPr lang="en-US" sz="1600" kern="1200" spc="0" baseline="0" dirty="0">
                <a:solidFill>
                  <a:schemeClr val="tx1"/>
                </a:solidFill>
                <a:latin typeface="+mn-lt"/>
                <a:ea typeface="+mn-ea"/>
                <a:cs typeface="+mn-cs"/>
              </a:defRPr>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p:txBody>
      </p:sp>
      <p:sp>
        <p:nvSpPr>
          <p:cNvPr id="20" name="Picture Placeholder 4" descr="A &quot;placeholder&quot; for a picture. Drag or drop your photo here, or click and tap the center to insert a photo">
            <a:extLst>
              <a:ext uri="{FF2B5EF4-FFF2-40B4-BE49-F238E27FC236}">
                <a16:creationId xmlns:a16="http://schemas.microsoft.com/office/drawing/2014/main" id="{E7A598BA-7426-304E-A84E-B9857279183C}"/>
              </a:ext>
            </a:extLst>
          </p:cNvPr>
          <p:cNvSpPr>
            <a:spLocks noGrp="1"/>
          </p:cNvSpPr>
          <p:nvPr>
            <p:ph type="pic" sz="quarter" idx="25"/>
          </p:nvPr>
        </p:nvSpPr>
        <p:spPr>
          <a:xfrm>
            <a:off x="3320544" y="1438275"/>
            <a:ext cx="2598737" cy="1990725"/>
          </a:xfrm>
          <a:solidFill>
            <a:schemeClr val="bg1">
              <a:lumMod val="85000"/>
            </a:schemeClr>
          </a:solidFill>
        </p:spPr>
        <p:txBody>
          <a:bodyPr anchor="ctr">
            <a:noAutofit/>
          </a:bodyPr>
          <a:lstStyle>
            <a:lvl1pPr marL="0" indent="0" algn="ctr">
              <a:buNone/>
              <a:defRPr/>
            </a:lvl1pPr>
          </a:lstStyle>
          <a:p>
            <a:r>
              <a:rPr lang="en-US"/>
              <a:t>Click icon to add picture</a:t>
            </a:r>
          </a:p>
        </p:txBody>
      </p:sp>
      <p:sp>
        <p:nvSpPr>
          <p:cNvPr id="31" name="Text Placeholder 11">
            <a:extLst>
              <a:ext uri="{FF2B5EF4-FFF2-40B4-BE49-F238E27FC236}">
                <a16:creationId xmlns:a16="http://schemas.microsoft.com/office/drawing/2014/main" id="{B75DD82B-7C0A-DC4A-B950-0C8431A9338E}"/>
              </a:ext>
            </a:extLst>
          </p:cNvPr>
          <p:cNvSpPr>
            <a:spLocks noGrp="1"/>
          </p:cNvSpPr>
          <p:nvPr>
            <p:ph type="body" sz="quarter" idx="17"/>
          </p:nvPr>
        </p:nvSpPr>
        <p:spPr>
          <a:xfrm>
            <a:off x="3314700" y="3731911"/>
            <a:ext cx="2590800" cy="615553"/>
          </a:xfrm>
        </p:spPr>
        <p:txBody>
          <a:bodyPr anchor="b">
            <a:noAutofit/>
          </a:bodyPr>
          <a:lstStyle>
            <a:lvl1pPr marL="0" indent="0">
              <a:spcBef>
                <a:spcPts val="0"/>
              </a:spcBef>
              <a:buNone/>
              <a:defRPr sz="2000">
                <a:solidFill>
                  <a:schemeClr val="tx1"/>
                </a:solidFill>
                <a:latin typeface="+mj-lt"/>
              </a:defRPr>
            </a:lvl1pPr>
          </a:lstStyle>
          <a:p>
            <a:pPr lvl="0"/>
            <a:r>
              <a:rPr lang="en-US"/>
              <a:t>Click to edit Master text styles</a:t>
            </a:r>
          </a:p>
        </p:txBody>
      </p:sp>
      <p:sp>
        <p:nvSpPr>
          <p:cNvPr id="30" name="Text Placeholder 9">
            <a:extLst>
              <a:ext uri="{FF2B5EF4-FFF2-40B4-BE49-F238E27FC236}">
                <a16:creationId xmlns:a16="http://schemas.microsoft.com/office/drawing/2014/main" id="{D2971A1E-60C0-D843-B49F-880A6CCA8D87}"/>
              </a:ext>
            </a:extLst>
          </p:cNvPr>
          <p:cNvSpPr>
            <a:spLocks noGrp="1"/>
          </p:cNvSpPr>
          <p:nvPr>
            <p:ph type="body" sz="quarter" idx="15"/>
          </p:nvPr>
        </p:nvSpPr>
        <p:spPr>
          <a:xfrm>
            <a:off x="3314700" y="4570111"/>
            <a:ext cx="2590799" cy="1698927"/>
          </a:xfrm>
        </p:spPr>
        <p:txBody>
          <a:bodyPr wrap="square">
            <a:noAutofit/>
          </a:bodyPr>
          <a:lstStyle>
            <a:lvl1pPr marL="0" indent="0">
              <a:buNone/>
              <a:defRPr lang="en-US" sz="1800" dirty="0"/>
            </a:lvl1pPr>
            <a:lvl2pPr marL="396875" indent="-285750">
              <a:defRPr lang="en-US" sz="1600" kern="1200" spc="0" baseline="0" dirty="0">
                <a:solidFill>
                  <a:schemeClr val="tx1"/>
                </a:solidFill>
                <a:latin typeface="+mn-lt"/>
                <a:ea typeface="+mn-ea"/>
                <a:cs typeface="+mn-cs"/>
              </a:defRPr>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p:txBody>
      </p:sp>
      <p:sp>
        <p:nvSpPr>
          <p:cNvPr id="21" name="Picture Placeholder 4" descr="A &quot;placeholder&quot; for a picture. Drag or drop your photo here, or click and tap the center to insert a photo">
            <a:extLst>
              <a:ext uri="{FF2B5EF4-FFF2-40B4-BE49-F238E27FC236}">
                <a16:creationId xmlns:a16="http://schemas.microsoft.com/office/drawing/2014/main" id="{0F32B2A1-5960-5A40-9394-1C7868FAE742}"/>
              </a:ext>
            </a:extLst>
          </p:cNvPr>
          <p:cNvSpPr>
            <a:spLocks noGrp="1"/>
          </p:cNvSpPr>
          <p:nvPr>
            <p:ph type="pic" sz="quarter" idx="26"/>
          </p:nvPr>
        </p:nvSpPr>
        <p:spPr>
          <a:xfrm>
            <a:off x="6297208" y="1438275"/>
            <a:ext cx="2598737" cy="1990725"/>
          </a:xfrm>
          <a:solidFill>
            <a:schemeClr val="bg1">
              <a:lumMod val="85000"/>
            </a:schemeClr>
          </a:solidFill>
        </p:spPr>
        <p:txBody>
          <a:bodyPr anchor="ctr">
            <a:noAutofit/>
          </a:bodyPr>
          <a:lstStyle>
            <a:lvl1pPr marL="0" indent="0" algn="ctr">
              <a:buNone/>
              <a:defRPr/>
            </a:lvl1pPr>
          </a:lstStyle>
          <a:p>
            <a:r>
              <a:rPr lang="en-US"/>
              <a:t>Click icon to add picture</a:t>
            </a:r>
          </a:p>
        </p:txBody>
      </p:sp>
      <p:sp>
        <p:nvSpPr>
          <p:cNvPr id="29" name="Text Placeholder 11">
            <a:extLst>
              <a:ext uri="{FF2B5EF4-FFF2-40B4-BE49-F238E27FC236}">
                <a16:creationId xmlns:a16="http://schemas.microsoft.com/office/drawing/2014/main" id="{7700C56E-1407-F14E-9EE8-508BC51F9432}"/>
              </a:ext>
            </a:extLst>
          </p:cNvPr>
          <p:cNvSpPr>
            <a:spLocks noGrp="1"/>
          </p:cNvSpPr>
          <p:nvPr>
            <p:ph type="body" sz="quarter" idx="18"/>
          </p:nvPr>
        </p:nvSpPr>
        <p:spPr>
          <a:xfrm>
            <a:off x="6284143" y="3731911"/>
            <a:ext cx="2590800" cy="615553"/>
          </a:xfrm>
        </p:spPr>
        <p:txBody>
          <a:bodyPr anchor="b">
            <a:noAutofit/>
          </a:bodyPr>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8" name="Text Placeholder 9">
            <a:extLst>
              <a:ext uri="{FF2B5EF4-FFF2-40B4-BE49-F238E27FC236}">
                <a16:creationId xmlns:a16="http://schemas.microsoft.com/office/drawing/2014/main" id="{F58F9834-D170-7347-BAFC-ADD6969C750F}"/>
              </a:ext>
            </a:extLst>
          </p:cNvPr>
          <p:cNvSpPr>
            <a:spLocks noGrp="1"/>
          </p:cNvSpPr>
          <p:nvPr>
            <p:ph type="body" sz="quarter" idx="19"/>
          </p:nvPr>
        </p:nvSpPr>
        <p:spPr>
          <a:xfrm>
            <a:off x="6284143" y="4570111"/>
            <a:ext cx="2590799" cy="1698927"/>
          </a:xfrm>
        </p:spPr>
        <p:txBody>
          <a:bodyPr wrap="square">
            <a:noAutofit/>
          </a:bodyPr>
          <a:lstStyle>
            <a:lvl1pPr marL="0" indent="0">
              <a:buNone/>
              <a:defRPr lang="en-US" sz="1800" dirty="0"/>
            </a:lvl1pPr>
            <a:lvl2pPr marL="396875" indent="-285750">
              <a:defRPr lang="en-US" sz="1600" kern="1200" spc="0" baseline="0" dirty="0" smtClean="0">
                <a:solidFill>
                  <a:schemeClr val="tx1"/>
                </a:solidFill>
                <a:latin typeface="+mn-lt"/>
                <a:ea typeface="+mn-ea"/>
                <a:cs typeface="+mn-cs"/>
              </a:defRPr>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p:txBody>
      </p:sp>
      <p:sp>
        <p:nvSpPr>
          <p:cNvPr id="22" name="Picture Placeholder 4" descr="A &quot;placeholder&quot; for a picture. Drag or drop your photo here, or click and tap the center to insert a photo">
            <a:extLst>
              <a:ext uri="{FF2B5EF4-FFF2-40B4-BE49-F238E27FC236}">
                <a16:creationId xmlns:a16="http://schemas.microsoft.com/office/drawing/2014/main" id="{6D5DFC62-D3C3-A848-841A-5210CB5076D2}"/>
              </a:ext>
            </a:extLst>
          </p:cNvPr>
          <p:cNvSpPr>
            <a:spLocks noGrp="1"/>
          </p:cNvSpPr>
          <p:nvPr>
            <p:ph type="pic" sz="quarter" idx="27"/>
          </p:nvPr>
        </p:nvSpPr>
        <p:spPr>
          <a:xfrm>
            <a:off x="9215506" y="1438275"/>
            <a:ext cx="2598737" cy="1990725"/>
          </a:xfrm>
          <a:solidFill>
            <a:schemeClr val="bg1">
              <a:lumMod val="85000"/>
            </a:schemeClr>
          </a:solidFill>
        </p:spPr>
        <p:txBody>
          <a:bodyPr anchor="ctr">
            <a:noAutofit/>
          </a:bodyPr>
          <a:lstStyle>
            <a:lvl1pPr marL="0" indent="0" algn="ctr">
              <a:buNone/>
              <a:defRPr/>
            </a:lvl1pPr>
          </a:lstStyle>
          <a:p>
            <a:r>
              <a:rPr lang="en-US"/>
              <a:t>Click icon to add picture</a:t>
            </a:r>
          </a:p>
        </p:txBody>
      </p:sp>
      <p:sp>
        <p:nvSpPr>
          <p:cNvPr id="27" name="Text Placeholder 11">
            <a:extLst>
              <a:ext uri="{FF2B5EF4-FFF2-40B4-BE49-F238E27FC236}">
                <a16:creationId xmlns:a16="http://schemas.microsoft.com/office/drawing/2014/main" id="{6B26CC6A-B33A-544B-A598-190CA494C51A}"/>
              </a:ext>
            </a:extLst>
          </p:cNvPr>
          <p:cNvSpPr>
            <a:spLocks noGrp="1"/>
          </p:cNvSpPr>
          <p:nvPr>
            <p:ph type="body" sz="quarter" idx="20"/>
          </p:nvPr>
        </p:nvSpPr>
        <p:spPr>
          <a:xfrm>
            <a:off x="9225306" y="3731911"/>
            <a:ext cx="2590800" cy="615553"/>
          </a:xfrm>
        </p:spPr>
        <p:txBody>
          <a:bodyPr anchor="b">
            <a:noAutofit/>
          </a:bodyPr>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9">
            <a:extLst>
              <a:ext uri="{FF2B5EF4-FFF2-40B4-BE49-F238E27FC236}">
                <a16:creationId xmlns:a16="http://schemas.microsoft.com/office/drawing/2014/main" id="{30F34709-2A6D-E942-9A8C-17CF79616D0D}"/>
              </a:ext>
            </a:extLst>
          </p:cNvPr>
          <p:cNvSpPr>
            <a:spLocks noGrp="1"/>
          </p:cNvSpPr>
          <p:nvPr>
            <p:ph type="body" sz="quarter" idx="21"/>
          </p:nvPr>
        </p:nvSpPr>
        <p:spPr>
          <a:xfrm>
            <a:off x="9225306" y="4570111"/>
            <a:ext cx="2590799" cy="1698927"/>
          </a:xfrm>
        </p:spPr>
        <p:txBody>
          <a:bodyPr wrap="square">
            <a:noAutofit/>
          </a:bodyPr>
          <a:lstStyle>
            <a:lvl1pPr marL="0" indent="0">
              <a:buNone/>
              <a:defRPr lang="en-US" sz="1800" dirty="0"/>
            </a:lvl1pPr>
            <a:lvl2pPr marL="396875" indent="-285750">
              <a:defRPr lang="en-US" sz="1600" kern="1200" spc="0" baseline="0" dirty="0" smtClean="0">
                <a:solidFill>
                  <a:schemeClr val="tx1"/>
                </a:solidFill>
                <a:latin typeface="+mn-lt"/>
                <a:ea typeface="+mn-ea"/>
                <a:cs typeface="+mn-cs"/>
              </a:defRPr>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p:txBody>
      </p:sp>
      <p:sp>
        <p:nvSpPr>
          <p:cNvPr id="18" name="Freeform: Shape 17" descr="Yellow-Blue MIS Identity bar">
            <a:extLst>
              <a:ext uri="{FF2B5EF4-FFF2-40B4-BE49-F238E27FC236}">
                <a16:creationId xmlns:a16="http://schemas.microsoft.com/office/drawing/2014/main" id="{030EA36C-7AB7-42AF-8C83-64579E18AFBF}"/>
              </a:ext>
              <a:ext uri="{C183D7F6-B498-43B3-948B-1728B52AA6E4}">
                <adec:decorative xmlns:adec="http://schemas.microsoft.com/office/drawing/2017/decorative" val="0"/>
              </a:ext>
            </a:extLst>
          </p:cNvPr>
          <p:cNvSpPr/>
          <p:nvPr userDrawn="1"/>
        </p:nvSpPr>
        <p:spPr bwMode="auto">
          <a:xfrm>
            <a:off x="0" y="6747118"/>
            <a:ext cx="12188952" cy="110883"/>
          </a:xfrm>
          <a:custGeom>
            <a:avLst/>
            <a:gdLst>
              <a:gd name="connsiteX0" fmla="*/ 0 w 12188952"/>
              <a:gd name="connsiteY0" fmla="*/ 0 h 110883"/>
              <a:gd name="connsiteX1" fmla="*/ 12188952 w 12188952"/>
              <a:gd name="connsiteY1" fmla="*/ 0 h 110883"/>
              <a:gd name="connsiteX2" fmla="*/ 12188952 w 12188952"/>
              <a:gd name="connsiteY2" fmla="*/ 110883 h 110883"/>
              <a:gd name="connsiteX3" fmla="*/ 0 w 12188952"/>
              <a:gd name="connsiteY3" fmla="*/ 110883 h 110883"/>
            </a:gdLst>
            <a:ahLst/>
            <a:cxnLst>
              <a:cxn ang="0">
                <a:pos x="connsiteX0" y="connsiteY0"/>
              </a:cxn>
              <a:cxn ang="0">
                <a:pos x="connsiteX1" y="connsiteY1"/>
              </a:cxn>
              <a:cxn ang="0">
                <a:pos x="connsiteX2" y="connsiteY2"/>
              </a:cxn>
              <a:cxn ang="0">
                <a:pos x="connsiteX3" y="connsiteY3"/>
              </a:cxn>
            </a:cxnLst>
            <a:rect l="l" t="t" r="r" b="b"/>
            <a:pathLst>
              <a:path w="12188952" h="110883">
                <a:moveTo>
                  <a:pt x="0" y="0"/>
                </a:moveTo>
                <a:lnTo>
                  <a:pt x="12188952" y="0"/>
                </a:lnTo>
                <a:lnTo>
                  <a:pt x="12188952" y="110883"/>
                </a:lnTo>
                <a:lnTo>
                  <a:pt x="0" y="110883"/>
                </a:lnTo>
                <a:close/>
              </a:path>
            </a:pathLst>
          </a:cu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Tree>
    <p:extLst>
      <p:ext uri="{BB962C8B-B14F-4D97-AF65-F5344CB8AC3E}">
        <p14:creationId xmlns:p14="http://schemas.microsoft.com/office/powerpoint/2010/main" val="2101248548"/>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872">
          <p15:clr>
            <a:srgbClr val="FBAE40"/>
          </p15:clr>
        </p15:guide>
        <p15:guide id="7" pos="2088">
          <p15:clr>
            <a:srgbClr val="FBAE40"/>
          </p15:clr>
        </p15:guide>
        <p15:guide id="8" pos="5592">
          <p15:clr>
            <a:srgbClr val="FBAE40"/>
          </p15:clr>
        </p15:guide>
        <p15:guide id="9" pos="5808">
          <p15:clr>
            <a:srgbClr val="FBAE40"/>
          </p15:clr>
        </p15:guide>
        <p15:guide id="10" pos="3720">
          <p15:clr>
            <a:srgbClr val="FBAE40"/>
          </p15:clr>
        </p15:guide>
        <p15:guide id="11" pos="396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Header Line Blank">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71691-F7B7-4463-B935-B649E7A19B97}"/>
              </a:ext>
            </a:extLst>
          </p:cNvPr>
          <p:cNvSpPr>
            <a:spLocks noGrp="1"/>
          </p:cNvSpPr>
          <p:nvPr>
            <p:ph type="title"/>
          </p:nvPr>
        </p:nvSpPr>
        <p:spPr/>
        <p:txBody>
          <a:bodyPr/>
          <a:lstStyle/>
          <a:p>
            <a:r>
              <a:rPr lang="en-US"/>
              <a:t>Click to edit Master title style</a:t>
            </a:r>
          </a:p>
        </p:txBody>
      </p:sp>
      <p:cxnSp>
        <p:nvCxnSpPr>
          <p:cNvPr id="23" name="Straight Connector 22">
            <a:extLst>
              <a:ext uri="{FF2B5EF4-FFF2-40B4-BE49-F238E27FC236}">
                <a16:creationId xmlns:a16="http://schemas.microsoft.com/office/drawing/2014/main" id="{43B88945-A1B8-4956-AB83-E961A2C93E98}"/>
              </a:ext>
              <a:ext uri="{C183D7F6-B498-43B3-948B-1728B52AA6E4}">
                <adec:decorative xmlns:adec="http://schemas.microsoft.com/office/drawing/2017/decorative" val="1"/>
              </a:ext>
            </a:extLst>
          </p:cNvPr>
          <p:cNvCxnSpPr>
            <a:cxnSpLocks/>
          </p:cNvCxnSpPr>
          <p:nvPr userDrawn="1"/>
        </p:nvCxnSpPr>
        <p:spPr>
          <a:xfrm>
            <a:off x="381000" y="1143000"/>
            <a:ext cx="11430000" cy="0"/>
          </a:xfrm>
          <a:prstGeom prst="line">
            <a:avLst/>
          </a:prstGeom>
          <a:ln w="25400" cap="sq">
            <a:gradFill>
              <a:gsLst>
                <a:gs pos="60000">
                  <a:srgbClr val="61C5BE"/>
                </a:gs>
                <a:gs pos="29000">
                  <a:srgbClr val="FFF200"/>
                </a:gs>
                <a:gs pos="100000">
                  <a:schemeClr val="accent5"/>
                </a:gs>
              </a:gsLst>
              <a:lin ang="0" scaled="0"/>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0" name="Text Placeholder 9">
            <a:extLst>
              <a:ext uri="{FF2B5EF4-FFF2-40B4-BE49-F238E27FC236}">
                <a16:creationId xmlns:a16="http://schemas.microsoft.com/office/drawing/2014/main" id="{A7149627-4344-8C48-B568-35686403307E}"/>
              </a:ext>
            </a:extLst>
          </p:cNvPr>
          <p:cNvSpPr>
            <a:spLocks noGrp="1"/>
          </p:cNvSpPr>
          <p:nvPr>
            <p:ph type="body" sz="quarter" idx="10"/>
          </p:nvPr>
        </p:nvSpPr>
        <p:spPr>
          <a:xfrm>
            <a:off x="381000" y="1635125"/>
            <a:ext cx="2133600" cy="346075"/>
          </a:xfrm>
          <a:solidFill>
            <a:schemeClr val="accent5"/>
          </a:solidFill>
        </p:spPr>
        <p:txBody>
          <a:bodyPr lIns="91440" rIns="91440" anchor="ctr">
            <a:noAutofit/>
          </a:bodyPr>
          <a:lstStyle>
            <a:lvl1pPr marL="0" indent="0" algn="l" defTabSz="914367" rtl="0" eaLnBrk="1" latinLnBrk="0" hangingPunct="1">
              <a:buFontTx/>
              <a:buNone/>
              <a:defRPr lang="en-US" sz="1400" kern="1200" dirty="0" smtClean="0">
                <a:solidFill>
                  <a:schemeClr val="bg1"/>
                </a:solidFill>
                <a:latin typeface="+mj-lt"/>
                <a:ea typeface="+mn-ea"/>
                <a:cs typeface="+mn-cs"/>
              </a:defRPr>
            </a:lvl1pPr>
          </a:lstStyle>
          <a:p>
            <a:pPr lvl="0"/>
            <a:r>
              <a:rPr lang="en-US"/>
              <a:t>Click to edit Master text styles</a:t>
            </a:r>
          </a:p>
        </p:txBody>
      </p:sp>
      <p:sp>
        <p:nvSpPr>
          <p:cNvPr id="12" name="Text Placeholder 11">
            <a:extLst>
              <a:ext uri="{FF2B5EF4-FFF2-40B4-BE49-F238E27FC236}">
                <a16:creationId xmlns:a16="http://schemas.microsoft.com/office/drawing/2014/main" id="{E22851BA-80AF-794F-B0BE-1575B984DF3F}"/>
              </a:ext>
            </a:extLst>
          </p:cNvPr>
          <p:cNvSpPr>
            <a:spLocks noGrp="1"/>
          </p:cNvSpPr>
          <p:nvPr>
            <p:ph type="body" sz="quarter" idx="11"/>
          </p:nvPr>
        </p:nvSpPr>
        <p:spPr>
          <a:xfrm>
            <a:off x="381000" y="2286000"/>
            <a:ext cx="2133600" cy="3986784"/>
          </a:xfrm>
        </p:spPr>
        <p:txBody>
          <a:bodyPr>
            <a:noAutofit/>
          </a:bodyPr>
          <a:lstStyle>
            <a:lvl1pPr marL="0" indent="0" algn="l" defTabSz="914367" rtl="0" eaLnBrk="1" latinLnBrk="0" hangingPunct="1">
              <a:buFontTx/>
              <a:buNone/>
              <a:defRPr lang="en-US" sz="1200" b="1" kern="1200" dirty="0" smtClean="0">
                <a:solidFill>
                  <a:schemeClr val="tx1"/>
                </a:solidFill>
                <a:latin typeface="+mn-lt"/>
                <a:ea typeface="+mn-ea"/>
                <a:cs typeface="+mn-cs"/>
              </a:defRPr>
            </a:lvl1pPr>
            <a:lvl2pPr marL="0" indent="0" algn="l" defTabSz="914367" rtl="0" eaLnBrk="1" latinLnBrk="0" hangingPunct="1">
              <a:spcBef>
                <a:spcPts val="600"/>
              </a:spcBef>
              <a:buFontTx/>
              <a:buNone/>
              <a:defRPr lang="en-US" sz="1200" kern="1200" dirty="0" smtClean="0">
                <a:solidFill>
                  <a:schemeClr val="tx1"/>
                </a:solidFill>
                <a:latin typeface="+mn-lt"/>
                <a:ea typeface="+mn-ea"/>
                <a:cs typeface="+mn-cs"/>
              </a:defRPr>
            </a:lvl2pPr>
            <a:lvl3pPr marL="171450" indent="-171450" algn="l" defTabSz="914367" rtl="0" eaLnBrk="1" latinLnBrk="0" hangingPunct="1">
              <a:spcBef>
                <a:spcPts val="300"/>
              </a:spcBef>
              <a:buFont typeface="Arial" panose="020B0604020202020204" pitchFamily="34" charset="0"/>
              <a:buChar char="•"/>
              <a:defRPr lang="en-US" sz="1200" kern="1200" dirty="0" smtClean="0">
                <a:solidFill>
                  <a:schemeClr val="tx1"/>
                </a:solidFill>
                <a:latin typeface="+mn-lt"/>
                <a:ea typeface="+mn-ea"/>
                <a:cs typeface="+mn-cs"/>
              </a:defRPr>
            </a:lvl3pPr>
          </a:lstStyle>
          <a:p>
            <a:pPr lvl="0"/>
            <a:r>
              <a:rPr lang="en-US"/>
              <a:t>Click to edit Master text styles</a:t>
            </a:r>
          </a:p>
          <a:p>
            <a:pPr lvl="1"/>
            <a:r>
              <a:rPr lang="en-US"/>
              <a:t>Second level</a:t>
            </a:r>
          </a:p>
          <a:p>
            <a:pPr lvl="2"/>
            <a:r>
              <a:rPr lang="en-US"/>
              <a:t>Third level</a:t>
            </a:r>
          </a:p>
        </p:txBody>
      </p:sp>
      <p:sp>
        <p:nvSpPr>
          <p:cNvPr id="15" name="Text Placeholder 9">
            <a:extLst>
              <a:ext uri="{FF2B5EF4-FFF2-40B4-BE49-F238E27FC236}">
                <a16:creationId xmlns:a16="http://schemas.microsoft.com/office/drawing/2014/main" id="{B1A4445F-1B1A-C64D-A49F-C8C1D7FDDF98}"/>
              </a:ext>
            </a:extLst>
          </p:cNvPr>
          <p:cNvSpPr>
            <a:spLocks noGrp="1"/>
          </p:cNvSpPr>
          <p:nvPr>
            <p:ph type="body" sz="quarter" idx="12"/>
          </p:nvPr>
        </p:nvSpPr>
        <p:spPr>
          <a:xfrm>
            <a:off x="2709421" y="1635125"/>
            <a:ext cx="2133600" cy="346075"/>
          </a:xfrm>
          <a:solidFill>
            <a:schemeClr val="accent5"/>
          </a:solidFill>
        </p:spPr>
        <p:txBody>
          <a:bodyPr lIns="91440" rIns="91440" anchor="ctr">
            <a:noAutofit/>
          </a:bodyPr>
          <a:lstStyle>
            <a:lvl1pPr marL="0" indent="0" algn="l" defTabSz="914367" rtl="0" eaLnBrk="1" latinLnBrk="0" hangingPunct="1">
              <a:buFontTx/>
              <a:buNone/>
              <a:defRPr lang="en-US" sz="1400" kern="1200" dirty="0" smtClean="0">
                <a:solidFill>
                  <a:schemeClr val="bg1"/>
                </a:solidFill>
                <a:latin typeface="+mj-lt"/>
                <a:ea typeface="+mn-ea"/>
                <a:cs typeface="+mn-cs"/>
              </a:defRPr>
            </a:lvl1pPr>
          </a:lstStyle>
          <a:p>
            <a:pPr lvl="0"/>
            <a:r>
              <a:rPr lang="en-US"/>
              <a:t>Click to edit Master text styles</a:t>
            </a:r>
          </a:p>
        </p:txBody>
      </p:sp>
      <p:sp>
        <p:nvSpPr>
          <p:cNvPr id="16" name="Text Placeholder 11">
            <a:extLst>
              <a:ext uri="{FF2B5EF4-FFF2-40B4-BE49-F238E27FC236}">
                <a16:creationId xmlns:a16="http://schemas.microsoft.com/office/drawing/2014/main" id="{AC4E410E-F5E6-0440-B7BB-9149AA028BE0}"/>
              </a:ext>
            </a:extLst>
          </p:cNvPr>
          <p:cNvSpPr>
            <a:spLocks noGrp="1"/>
          </p:cNvSpPr>
          <p:nvPr>
            <p:ph type="body" sz="quarter" idx="13"/>
          </p:nvPr>
        </p:nvSpPr>
        <p:spPr>
          <a:xfrm>
            <a:off x="2709421" y="2286000"/>
            <a:ext cx="2133600" cy="3986784"/>
          </a:xfrm>
        </p:spPr>
        <p:txBody>
          <a:bodyPr>
            <a:noAutofit/>
          </a:bodyPr>
          <a:lstStyle>
            <a:lvl1pPr marL="0" indent="0" algn="l" defTabSz="914367" rtl="0" eaLnBrk="1" latinLnBrk="0" hangingPunct="1">
              <a:buFontTx/>
              <a:buNone/>
              <a:defRPr lang="en-US" sz="1200" b="1" kern="1200" dirty="0" smtClean="0">
                <a:solidFill>
                  <a:schemeClr val="tx1"/>
                </a:solidFill>
                <a:latin typeface="+mn-lt"/>
                <a:ea typeface="+mn-ea"/>
                <a:cs typeface="+mn-cs"/>
              </a:defRPr>
            </a:lvl1pPr>
            <a:lvl2pPr marL="0" indent="0" algn="l" defTabSz="914367" rtl="0" eaLnBrk="1" latinLnBrk="0" hangingPunct="1">
              <a:buFontTx/>
              <a:buNone/>
              <a:defRPr lang="en-US" sz="1200" kern="1200" dirty="0" smtClean="0">
                <a:solidFill>
                  <a:schemeClr val="tx1"/>
                </a:solidFill>
                <a:latin typeface="+mn-lt"/>
                <a:ea typeface="+mn-ea"/>
                <a:cs typeface="+mn-cs"/>
              </a:defRPr>
            </a:lvl2pPr>
            <a:lvl3pPr marL="171450" indent="-171450" algn="l" defTabSz="914367" rtl="0" eaLnBrk="1" latinLnBrk="0" hangingPunct="1">
              <a:buFont typeface="Arial" panose="020B0604020202020204" pitchFamily="34" charset="0"/>
              <a:buChar char="•"/>
              <a:defRPr lang="en-US" sz="1200" kern="1200" dirty="0" smtClean="0">
                <a:solidFill>
                  <a:schemeClr val="tx1"/>
                </a:solidFill>
                <a:latin typeface="+mn-lt"/>
                <a:ea typeface="+mn-ea"/>
                <a:cs typeface="+mn-cs"/>
              </a:defRPr>
            </a:lvl3pPr>
          </a:lstStyle>
          <a:p>
            <a:pPr lvl="0"/>
            <a:r>
              <a:rPr lang="en-US"/>
              <a:t>Click to edit Master text styles</a:t>
            </a:r>
          </a:p>
          <a:p>
            <a:pPr lvl="1"/>
            <a:r>
              <a:rPr lang="en-US"/>
              <a:t>Second level</a:t>
            </a:r>
          </a:p>
          <a:p>
            <a:pPr lvl="2"/>
            <a:r>
              <a:rPr lang="en-US"/>
              <a:t>Third level</a:t>
            </a:r>
          </a:p>
        </p:txBody>
      </p:sp>
      <p:sp>
        <p:nvSpPr>
          <p:cNvPr id="17" name="Text Placeholder 9">
            <a:extLst>
              <a:ext uri="{FF2B5EF4-FFF2-40B4-BE49-F238E27FC236}">
                <a16:creationId xmlns:a16="http://schemas.microsoft.com/office/drawing/2014/main" id="{3641EBFA-B27C-3946-B7B1-8F727C5049D6}"/>
              </a:ext>
            </a:extLst>
          </p:cNvPr>
          <p:cNvSpPr>
            <a:spLocks noGrp="1"/>
          </p:cNvSpPr>
          <p:nvPr>
            <p:ph type="body" sz="quarter" idx="14"/>
          </p:nvPr>
        </p:nvSpPr>
        <p:spPr>
          <a:xfrm>
            <a:off x="5047268" y="1635125"/>
            <a:ext cx="2133600" cy="346075"/>
          </a:xfrm>
          <a:solidFill>
            <a:schemeClr val="accent5"/>
          </a:solidFill>
        </p:spPr>
        <p:txBody>
          <a:bodyPr lIns="91440" rIns="91440" anchor="ctr">
            <a:noAutofit/>
          </a:bodyPr>
          <a:lstStyle>
            <a:lvl1pPr marL="0" indent="0" algn="l" defTabSz="914367" rtl="0" eaLnBrk="1" latinLnBrk="0" hangingPunct="1">
              <a:buFontTx/>
              <a:buNone/>
              <a:defRPr lang="en-US" sz="1400" kern="1200" dirty="0" smtClean="0">
                <a:solidFill>
                  <a:schemeClr val="bg1"/>
                </a:solidFill>
                <a:latin typeface="+mj-lt"/>
                <a:ea typeface="+mn-ea"/>
                <a:cs typeface="+mn-cs"/>
              </a:defRPr>
            </a:lvl1pPr>
          </a:lstStyle>
          <a:p>
            <a:pPr lvl="0"/>
            <a:r>
              <a:rPr lang="en-US"/>
              <a:t>Click to edit Master text styles</a:t>
            </a:r>
          </a:p>
        </p:txBody>
      </p:sp>
      <p:sp>
        <p:nvSpPr>
          <p:cNvPr id="18" name="Text Placeholder 11">
            <a:extLst>
              <a:ext uri="{FF2B5EF4-FFF2-40B4-BE49-F238E27FC236}">
                <a16:creationId xmlns:a16="http://schemas.microsoft.com/office/drawing/2014/main" id="{71F938E2-A8B7-944D-A6CD-CD897CEB6911}"/>
              </a:ext>
            </a:extLst>
          </p:cNvPr>
          <p:cNvSpPr>
            <a:spLocks noGrp="1"/>
          </p:cNvSpPr>
          <p:nvPr>
            <p:ph type="body" sz="quarter" idx="15"/>
          </p:nvPr>
        </p:nvSpPr>
        <p:spPr>
          <a:xfrm>
            <a:off x="5047268" y="2286000"/>
            <a:ext cx="2133600" cy="3983038"/>
          </a:xfrm>
        </p:spPr>
        <p:txBody>
          <a:bodyPr/>
          <a:lstStyle>
            <a:lvl1pPr marL="0" indent="0" algn="l" defTabSz="914367" rtl="0" eaLnBrk="1" latinLnBrk="0" hangingPunct="1">
              <a:buFontTx/>
              <a:buNone/>
              <a:defRPr lang="en-US" sz="1200" b="1" kern="1200" dirty="0" smtClean="0">
                <a:solidFill>
                  <a:schemeClr val="tx1"/>
                </a:solidFill>
                <a:latin typeface="+mn-lt"/>
                <a:ea typeface="+mn-ea"/>
                <a:cs typeface="+mn-cs"/>
              </a:defRPr>
            </a:lvl1pPr>
            <a:lvl2pPr marL="0" indent="0" algn="l" defTabSz="914367" rtl="0" eaLnBrk="1" latinLnBrk="0" hangingPunct="1">
              <a:buFontTx/>
              <a:buNone/>
              <a:defRPr lang="en-US" sz="1200" kern="1200" dirty="0" smtClean="0">
                <a:solidFill>
                  <a:schemeClr val="tx1"/>
                </a:solidFill>
                <a:latin typeface="+mn-lt"/>
                <a:ea typeface="+mn-ea"/>
                <a:cs typeface="+mn-cs"/>
              </a:defRPr>
            </a:lvl2pPr>
            <a:lvl3pPr marL="171450" indent="-171450" algn="l" defTabSz="914367" rtl="0" eaLnBrk="1" latinLnBrk="0" hangingPunct="1">
              <a:buFont typeface="Arial" panose="020B0604020202020204" pitchFamily="34" charset="0"/>
              <a:buChar char="•"/>
              <a:defRPr lang="en-US" sz="1200" kern="1200" dirty="0" smtClean="0">
                <a:solidFill>
                  <a:schemeClr val="tx1"/>
                </a:solidFill>
                <a:latin typeface="+mn-lt"/>
                <a:ea typeface="+mn-ea"/>
                <a:cs typeface="+mn-cs"/>
              </a:defRPr>
            </a:lvl3pPr>
          </a:lstStyle>
          <a:p>
            <a:pPr lvl="0"/>
            <a:r>
              <a:rPr lang="en-US"/>
              <a:t>Click to edit Master text styles</a:t>
            </a:r>
          </a:p>
          <a:p>
            <a:pPr lvl="1"/>
            <a:r>
              <a:rPr lang="en-US"/>
              <a:t>Second level</a:t>
            </a:r>
          </a:p>
          <a:p>
            <a:pPr lvl="2"/>
            <a:r>
              <a:rPr lang="en-US"/>
              <a:t>Third level</a:t>
            </a:r>
          </a:p>
        </p:txBody>
      </p:sp>
      <p:sp>
        <p:nvSpPr>
          <p:cNvPr id="19" name="Text Placeholder 9">
            <a:extLst>
              <a:ext uri="{FF2B5EF4-FFF2-40B4-BE49-F238E27FC236}">
                <a16:creationId xmlns:a16="http://schemas.microsoft.com/office/drawing/2014/main" id="{8BD6BF2D-9128-C44F-BE85-D061C7BA822C}"/>
              </a:ext>
            </a:extLst>
          </p:cNvPr>
          <p:cNvSpPr>
            <a:spLocks noGrp="1"/>
          </p:cNvSpPr>
          <p:nvPr>
            <p:ph type="body" sz="quarter" idx="16"/>
          </p:nvPr>
        </p:nvSpPr>
        <p:spPr>
          <a:xfrm>
            <a:off x="7356835" y="1635125"/>
            <a:ext cx="2133600" cy="346075"/>
          </a:xfrm>
          <a:solidFill>
            <a:schemeClr val="accent5"/>
          </a:solidFill>
        </p:spPr>
        <p:txBody>
          <a:bodyPr lIns="91440" rIns="91440" anchor="ctr">
            <a:noAutofit/>
          </a:bodyPr>
          <a:lstStyle>
            <a:lvl1pPr marL="0" indent="0" algn="l" defTabSz="914367" rtl="0" eaLnBrk="1" latinLnBrk="0" hangingPunct="1">
              <a:buFontTx/>
              <a:buNone/>
              <a:defRPr lang="en-US" sz="1400" kern="1200" dirty="0" smtClean="0">
                <a:solidFill>
                  <a:schemeClr val="bg1"/>
                </a:solidFill>
                <a:latin typeface="+mj-lt"/>
                <a:ea typeface="+mn-ea"/>
                <a:cs typeface="+mn-cs"/>
              </a:defRPr>
            </a:lvl1pPr>
          </a:lstStyle>
          <a:p>
            <a:pPr lvl="0"/>
            <a:r>
              <a:rPr lang="en-US"/>
              <a:t>Click to edit Master text styles</a:t>
            </a:r>
          </a:p>
        </p:txBody>
      </p:sp>
      <p:sp>
        <p:nvSpPr>
          <p:cNvPr id="20" name="Text Placeholder 11">
            <a:extLst>
              <a:ext uri="{FF2B5EF4-FFF2-40B4-BE49-F238E27FC236}">
                <a16:creationId xmlns:a16="http://schemas.microsoft.com/office/drawing/2014/main" id="{55B5EA8C-8960-F24A-86F4-6F1A709A100B}"/>
              </a:ext>
            </a:extLst>
          </p:cNvPr>
          <p:cNvSpPr>
            <a:spLocks noGrp="1"/>
          </p:cNvSpPr>
          <p:nvPr>
            <p:ph type="body" sz="quarter" idx="17"/>
          </p:nvPr>
        </p:nvSpPr>
        <p:spPr>
          <a:xfrm>
            <a:off x="7356835" y="2286000"/>
            <a:ext cx="2133600" cy="3983038"/>
          </a:xfrm>
        </p:spPr>
        <p:txBody>
          <a:bodyPr/>
          <a:lstStyle>
            <a:lvl1pPr marL="0" indent="0" algn="l" defTabSz="914367" rtl="0" eaLnBrk="1" latinLnBrk="0" hangingPunct="1">
              <a:buFontTx/>
              <a:buNone/>
              <a:defRPr lang="en-US" sz="1200" b="1" kern="1200" dirty="0" smtClean="0">
                <a:solidFill>
                  <a:schemeClr val="tx1"/>
                </a:solidFill>
                <a:latin typeface="+mn-lt"/>
                <a:ea typeface="+mn-ea"/>
                <a:cs typeface="+mn-cs"/>
              </a:defRPr>
            </a:lvl1pPr>
            <a:lvl2pPr marL="0" indent="0" algn="l" defTabSz="914367" rtl="0" eaLnBrk="1" latinLnBrk="0" hangingPunct="1">
              <a:buFontTx/>
              <a:buNone/>
              <a:defRPr lang="en-US" sz="1200" kern="1200" dirty="0" smtClean="0">
                <a:solidFill>
                  <a:schemeClr val="tx1"/>
                </a:solidFill>
                <a:latin typeface="+mn-lt"/>
                <a:ea typeface="+mn-ea"/>
                <a:cs typeface="+mn-cs"/>
              </a:defRPr>
            </a:lvl2pPr>
            <a:lvl3pPr marL="171450" indent="-171450" algn="l" defTabSz="914367" rtl="0" eaLnBrk="1" latinLnBrk="0" hangingPunct="1">
              <a:buFont typeface="Arial" panose="020B0604020202020204" pitchFamily="34" charset="0"/>
              <a:buChar char="•"/>
              <a:defRPr lang="en-US" sz="1200" kern="1200" dirty="0" smtClean="0">
                <a:solidFill>
                  <a:schemeClr val="tx1"/>
                </a:solidFill>
                <a:latin typeface="+mn-lt"/>
                <a:ea typeface="+mn-ea"/>
                <a:cs typeface="+mn-cs"/>
              </a:defRPr>
            </a:lvl3pPr>
          </a:lstStyle>
          <a:p>
            <a:pPr lvl="0"/>
            <a:r>
              <a:rPr lang="en-US"/>
              <a:t>Click to edit Master text styles</a:t>
            </a:r>
          </a:p>
          <a:p>
            <a:pPr lvl="1"/>
            <a:r>
              <a:rPr lang="en-US"/>
              <a:t>Second level</a:t>
            </a:r>
          </a:p>
          <a:p>
            <a:pPr lvl="2"/>
            <a:r>
              <a:rPr lang="en-US"/>
              <a:t>Third level</a:t>
            </a:r>
          </a:p>
        </p:txBody>
      </p:sp>
      <p:sp>
        <p:nvSpPr>
          <p:cNvPr id="21" name="Text Placeholder 9">
            <a:extLst>
              <a:ext uri="{FF2B5EF4-FFF2-40B4-BE49-F238E27FC236}">
                <a16:creationId xmlns:a16="http://schemas.microsoft.com/office/drawing/2014/main" id="{EB9E96FF-1743-9340-8E99-08C92FF506BC}"/>
              </a:ext>
            </a:extLst>
          </p:cNvPr>
          <p:cNvSpPr>
            <a:spLocks noGrp="1"/>
          </p:cNvSpPr>
          <p:nvPr>
            <p:ph type="body" sz="quarter" idx="18"/>
          </p:nvPr>
        </p:nvSpPr>
        <p:spPr>
          <a:xfrm>
            <a:off x="9685256" y="1635125"/>
            <a:ext cx="2133600" cy="346075"/>
          </a:xfrm>
          <a:solidFill>
            <a:schemeClr val="accent5"/>
          </a:solidFill>
        </p:spPr>
        <p:txBody>
          <a:bodyPr lIns="91440" rIns="91440" anchor="ctr">
            <a:noAutofit/>
          </a:bodyPr>
          <a:lstStyle>
            <a:lvl1pPr marL="0" indent="0" algn="l" defTabSz="914367" rtl="0" eaLnBrk="1" latinLnBrk="0" hangingPunct="1">
              <a:buFontTx/>
              <a:buNone/>
              <a:defRPr lang="en-US" sz="1400" kern="1200" dirty="0" smtClean="0">
                <a:solidFill>
                  <a:schemeClr val="bg1"/>
                </a:solidFill>
                <a:latin typeface="+mj-lt"/>
                <a:ea typeface="+mn-ea"/>
                <a:cs typeface="+mn-cs"/>
              </a:defRPr>
            </a:lvl1pPr>
          </a:lstStyle>
          <a:p>
            <a:pPr lvl="0"/>
            <a:r>
              <a:rPr lang="en-US"/>
              <a:t>Click to edit Master text styles</a:t>
            </a:r>
          </a:p>
        </p:txBody>
      </p:sp>
      <p:sp>
        <p:nvSpPr>
          <p:cNvPr id="22" name="Text Placeholder 11">
            <a:extLst>
              <a:ext uri="{FF2B5EF4-FFF2-40B4-BE49-F238E27FC236}">
                <a16:creationId xmlns:a16="http://schemas.microsoft.com/office/drawing/2014/main" id="{1183CC26-FA4E-FF4E-8EED-0F14D01769F3}"/>
              </a:ext>
            </a:extLst>
          </p:cNvPr>
          <p:cNvSpPr>
            <a:spLocks noGrp="1"/>
          </p:cNvSpPr>
          <p:nvPr>
            <p:ph type="body" sz="quarter" idx="19"/>
          </p:nvPr>
        </p:nvSpPr>
        <p:spPr>
          <a:xfrm>
            <a:off x="9685256" y="2286000"/>
            <a:ext cx="2133600" cy="3983038"/>
          </a:xfrm>
        </p:spPr>
        <p:txBody>
          <a:bodyPr/>
          <a:lstStyle>
            <a:lvl1pPr marL="0" indent="0" algn="l" defTabSz="914367" rtl="0" eaLnBrk="1" latinLnBrk="0" hangingPunct="1">
              <a:buFontTx/>
              <a:buNone/>
              <a:defRPr lang="en-US" sz="1200" b="1" kern="1200" dirty="0" smtClean="0">
                <a:solidFill>
                  <a:schemeClr val="tx1"/>
                </a:solidFill>
                <a:latin typeface="+mn-lt"/>
                <a:ea typeface="+mn-ea"/>
                <a:cs typeface="+mn-cs"/>
              </a:defRPr>
            </a:lvl1pPr>
            <a:lvl2pPr marL="0" indent="0" algn="l" defTabSz="914367" rtl="0" eaLnBrk="1" latinLnBrk="0" hangingPunct="1">
              <a:buFontTx/>
              <a:buNone/>
              <a:defRPr lang="en-US" sz="1200" kern="1200" dirty="0" smtClean="0">
                <a:solidFill>
                  <a:schemeClr val="tx1"/>
                </a:solidFill>
                <a:latin typeface="+mn-lt"/>
                <a:ea typeface="+mn-ea"/>
                <a:cs typeface="+mn-cs"/>
              </a:defRPr>
            </a:lvl2pPr>
            <a:lvl3pPr marL="171450" indent="-171450" algn="l" defTabSz="914367" rtl="0" eaLnBrk="1" latinLnBrk="0" hangingPunct="1">
              <a:buFont typeface="Arial" panose="020B0604020202020204" pitchFamily="34" charset="0"/>
              <a:buChar char="•"/>
              <a:defRPr lang="en-US" sz="1200" kern="1200" dirty="0" smtClean="0">
                <a:solidFill>
                  <a:schemeClr val="tx1"/>
                </a:solidFill>
                <a:latin typeface="+mn-lt"/>
                <a:ea typeface="+mn-ea"/>
                <a:cs typeface="+mn-cs"/>
              </a:defRPr>
            </a:lvl3pPr>
          </a:lstStyle>
          <a:p>
            <a:pPr lvl="0"/>
            <a:r>
              <a:rPr lang="en-US"/>
              <a:t>Click to edit Master text styles</a:t>
            </a:r>
          </a:p>
          <a:p>
            <a:pPr lvl="1"/>
            <a:r>
              <a:rPr lang="en-US"/>
              <a:t>Second level</a:t>
            </a:r>
          </a:p>
          <a:p>
            <a:pPr lvl="2"/>
            <a:r>
              <a:rPr lang="en-US"/>
              <a:t>Third level</a:t>
            </a:r>
          </a:p>
        </p:txBody>
      </p:sp>
      <p:sp>
        <p:nvSpPr>
          <p:cNvPr id="25" name="Freeform: Shape 24" descr="Yellow-Blue MIS Identity bar">
            <a:extLst>
              <a:ext uri="{FF2B5EF4-FFF2-40B4-BE49-F238E27FC236}">
                <a16:creationId xmlns:a16="http://schemas.microsoft.com/office/drawing/2014/main" id="{CBDC7BC2-6718-439F-9FAB-492B240221B1}"/>
              </a:ext>
              <a:ext uri="{C183D7F6-B498-43B3-948B-1728B52AA6E4}">
                <adec:decorative xmlns:adec="http://schemas.microsoft.com/office/drawing/2017/decorative" val="0"/>
              </a:ext>
            </a:extLst>
          </p:cNvPr>
          <p:cNvSpPr/>
          <p:nvPr userDrawn="1"/>
        </p:nvSpPr>
        <p:spPr bwMode="auto">
          <a:xfrm>
            <a:off x="0" y="6747118"/>
            <a:ext cx="12188952" cy="110883"/>
          </a:xfrm>
          <a:custGeom>
            <a:avLst/>
            <a:gdLst>
              <a:gd name="connsiteX0" fmla="*/ 0 w 12188952"/>
              <a:gd name="connsiteY0" fmla="*/ 0 h 110883"/>
              <a:gd name="connsiteX1" fmla="*/ 12188952 w 12188952"/>
              <a:gd name="connsiteY1" fmla="*/ 0 h 110883"/>
              <a:gd name="connsiteX2" fmla="*/ 12188952 w 12188952"/>
              <a:gd name="connsiteY2" fmla="*/ 110883 h 110883"/>
              <a:gd name="connsiteX3" fmla="*/ 0 w 12188952"/>
              <a:gd name="connsiteY3" fmla="*/ 110883 h 110883"/>
            </a:gdLst>
            <a:ahLst/>
            <a:cxnLst>
              <a:cxn ang="0">
                <a:pos x="connsiteX0" y="connsiteY0"/>
              </a:cxn>
              <a:cxn ang="0">
                <a:pos x="connsiteX1" y="connsiteY1"/>
              </a:cxn>
              <a:cxn ang="0">
                <a:pos x="connsiteX2" y="connsiteY2"/>
              </a:cxn>
              <a:cxn ang="0">
                <a:pos x="connsiteX3" y="connsiteY3"/>
              </a:cxn>
            </a:cxnLst>
            <a:rect l="l" t="t" r="r" b="b"/>
            <a:pathLst>
              <a:path w="12188952" h="110883">
                <a:moveTo>
                  <a:pt x="0" y="0"/>
                </a:moveTo>
                <a:lnTo>
                  <a:pt x="12188952" y="0"/>
                </a:lnTo>
                <a:lnTo>
                  <a:pt x="12188952" y="110883"/>
                </a:lnTo>
                <a:lnTo>
                  <a:pt x="0" y="110883"/>
                </a:lnTo>
                <a:close/>
              </a:path>
            </a:pathLst>
          </a:cu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Tree>
    <p:extLst>
      <p:ext uri="{BB962C8B-B14F-4D97-AF65-F5344CB8AC3E}">
        <p14:creationId xmlns:p14="http://schemas.microsoft.com/office/powerpoint/2010/main" val="1246537559"/>
      </p:ext>
    </p:extLst>
  </p:cSld>
  <p:clrMapOvr>
    <a:masterClrMapping/>
  </p:clrMapOvr>
  <p:transition>
    <p:fade/>
  </p:transition>
  <p:extLst>
    <p:ext uri="{DCECCB84-F9BA-43D5-87BE-67443E8EF086}">
      <p15:sldGuideLst xmlns:p15="http://schemas.microsoft.com/office/powerpoint/2012/main">
        <p15:guide id="8" pos="1373">
          <p15:clr>
            <a:srgbClr val="A4A3A4"/>
          </p15:clr>
        </p15:guide>
        <p15:guide id="28" orient="horz" pos="888">
          <p15:clr>
            <a:srgbClr val="5ACBF0"/>
          </p15:clr>
        </p15:guide>
        <p15:guide id="29" orient="horz" pos="1248">
          <p15:clr>
            <a:srgbClr val="5ACBF0"/>
          </p15:clr>
        </p15:guide>
        <p15:guide id="30" orient="horz" pos="288">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Header Line Blank">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71691-F7B7-4463-B935-B649E7A19B97}"/>
              </a:ext>
            </a:extLst>
          </p:cNvPr>
          <p:cNvSpPr>
            <a:spLocks noGrp="1"/>
          </p:cNvSpPr>
          <p:nvPr>
            <p:ph type="title"/>
          </p:nvPr>
        </p:nvSpPr>
        <p:spPr/>
        <p:txBody>
          <a:bodyPr/>
          <a:lstStyle/>
          <a:p>
            <a:r>
              <a:rPr lang="en-US"/>
              <a:t>Click to edit Master title style</a:t>
            </a:r>
          </a:p>
        </p:txBody>
      </p:sp>
      <p:cxnSp>
        <p:nvCxnSpPr>
          <p:cNvPr id="23" name="Straight Connector 22">
            <a:extLst>
              <a:ext uri="{FF2B5EF4-FFF2-40B4-BE49-F238E27FC236}">
                <a16:creationId xmlns:a16="http://schemas.microsoft.com/office/drawing/2014/main" id="{43B88945-A1B8-4956-AB83-E961A2C93E98}"/>
              </a:ext>
              <a:ext uri="{C183D7F6-B498-43B3-948B-1728B52AA6E4}">
                <adec:decorative xmlns:adec="http://schemas.microsoft.com/office/drawing/2017/decorative" val="1"/>
              </a:ext>
            </a:extLst>
          </p:cNvPr>
          <p:cNvCxnSpPr>
            <a:cxnSpLocks/>
          </p:cNvCxnSpPr>
          <p:nvPr userDrawn="1"/>
        </p:nvCxnSpPr>
        <p:spPr>
          <a:xfrm>
            <a:off x="381000" y="1143000"/>
            <a:ext cx="11430000" cy="0"/>
          </a:xfrm>
          <a:prstGeom prst="line">
            <a:avLst/>
          </a:prstGeom>
          <a:ln w="25400" cap="sq">
            <a:gradFill>
              <a:gsLst>
                <a:gs pos="60000">
                  <a:srgbClr val="61C5BE"/>
                </a:gs>
                <a:gs pos="29000">
                  <a:srgbClr val="FFF200"/>
                </a:gs>
                <a:gs pos="100000">
                  <a:schemeClr val="accent5"/>
                </a:gs>
              </a:gsLst>
              <a:lin ang="0" scaled="0"/>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0" name="Text Placeholder 9">
            <a:extLst>
              <a:ext uri="{FF2B5EF4-FFF2-40B4-BE49-F238E27FC236}">
                <a16:creationId xmlns:a16="http://schemas.microsoft.com/office/drawing/2014/main" id="{A7149627-4344-8C48-B568-35686403307E}"/>
              </a:ext>
            </a:extLst>
          </p:cNvPr>
          <p:cNvSpPr>
            <a:spLocks noGrp="1"/>
          </p:cNvSpPr>
          <p:nvPr>
            <p:ph type="body" sz="quarter" idx="10"/>
          </p:nvPr>
        </p:nvSpPr>
        <p:spPr>
          <a:xfrm>
            <a:off x="381000" y="1635125"/>
            <a:ext cx="2133600" cy="346075"/>
          </a:xfrm>
          <a:solidFill>
            <a:schemeClr val="accent5"/>
          </a:solidFill>
        </p:spPr>
        <p:txBody>
          <a:bodyPr lIns="91440" rIns="91440" anchor="ctr">
            <a:noAutofit/>
          </a:bodyPr>
          <a:lstStyle>
            <a:lvl1pPr marL="0" indent="0" algn="l" defTabSz="914367" rtl="0" eaLnBrk="1" latinLnBrk="0" hangingPunct="1">
              <a:buFontTx/>
              <a:buNone/>
              <a:defRPr lang="en-US" sz="1400" kern="1200" dirty="0" smtClean="0">
                <a:solidFill>
                  <a:schemeClr val="bg1"/>
                </a:solidFill>
                <a:latin typeface="+mj-lt"/>
                <a:ea typeface="+mn-ea"/>
                <a:cs typeface="+mn-cs"/>
              </a:defRPr>
            </a:lvl1pPr>
          </a:lstStyle>
          <a:p>
            <a:pPr lvl="0"/>
            <a:r>
              <a:rPr lang="en-US"/>
              <a:t>Click to edit Master text styles</a:t>
            </a:r>
          </a:p>
        </p:txBody>
      </p:sp>
      <p:sp>
        <p:nvSpPr>
          <p:cNvPr id="12" name="Text Placeholder 11">
            <a:extLst>
              <a:ext uri="{FF2B5EF4-FFF2-40B4-BE49-F238E27FC236}">
                <a16:creationId xmlns:a16="http://schemas.microsoft.com/office/drawing/2014/main" id="{E22851BA-80AF-794F-B0BE-1575B984DF3F}"/>
              </a:ext>
            </a:extLst>
          </p:cNvPr>
          <p:cNvSpPr>
            <a:spLocks noGrp="1"/>
          </p:cNvSpPr>
          <p:nvPr>
            <p:ph type="body" sz="quarter" idx="11"/>
          </p:nvPr>
        </p:nvSpPr>
        <p:spPr>
          <a:xfrm>
            <a:off x="381000" y="2286000"/>
            <a:ext cx="2133600" cy="3986784"/>
          </a:xfrm>
        </p:spPr>
        <p:txBody>
          <a:bodyPr>
            <a:noAutofit/>
          </a:bodyPr>
          <a:lstStyle>
            <a:lvl1pPr marL="0" indent="0" algn="l" defTabSz="914367" rtl="0" eaLnBrk="1" latinLnBrk="0" hangingPunct="1">
              <a:buFontTx/>
              <a:buNone/>
              <a:defRPr lang="en-US" sz="1200" b="1" kern="1200" dirty="0" smtClean="0">
                <a:solidFill>
                  <a:schemeClr val="tx1"/>
                </a:solidFill>
                <a:latin typeface="+mn-lt"/>
                <a:ea typeface="+mn-ea"/>
                <a:cs typeface="+mn-cs"/>
              </a:defRPr>
            </a:lvl1pPr>
            <a:lvl2pPr marL="0" indent="0" algn="l" defTabSz="914367" rtl="0" eaLnBrk="1" latinLnBrk="0" hangingPunct="1">
              <a:spcBef>
                <a:spcPts val="600"/>
              </a:spcBef>
              <a:buFontTx/>
              <a:buNone/>
              <a:defRPr lang="en-US" sz="1200" kern="1200" dirty="0" smtClean="0">
                <a:solidFill>
                  <a:schemeClr val="tx1"/>
                </a:solidFill>
                <a:latin typeface="+mn-lt"/>
                <a:ea typeface="+mn-ea"/>
                <a:cs typeface="+mn-cs"/>
              </a:defRPr>
            </a:lvl2pPr>
            <a:lvl3pPr marL="171450" indent="-171450" algn="l" defTabSz="914367" rtl="0" eaLnBrk="1" latinLnBrk="0" hangingPunct="1">
              <a:spcBef>
                <a:spcPts val="300"/>
              </a:spcBef>
              <a:buFont typeface="Arial" panose="020B0604020202020204" pitchFamily="34" charset="0"/>
              <a:buChar char="•"/>
              <a:defRPr lang="en-US" sz="1200" kern="1200" dirty="0" smtClean="0">
                <a:solidFill>
                  <a:schemeClr val="tx1"/>
                </a:solidFill>
                <a:latin typeface="+mn-lt"/>
                <a:ea typeface="+mn-ea"/>
                <a:cs typeface="+mn-cs"/>
              </a:defRPr>
            </a:lvl3pPr>
          </a:lstStyle>
          <a:p>
            <a:pPr lvl="0"/>
            <a:r>
              <a:rPr lang="en-US"/>
              <a:t>Click to edit Master text styles</a:t>
            </a:r>
          </a:p>
          <a:p>
            <a:pPr lvl="1"/>
            <a:r>
              <a:rPr lang="en-US"/>
              <a:t>Second level</a:t>
            </a:r>
          </a:p>
          <a:p>
            <a:pPr lvl="2"/>
            <a:r>
              <a:rPr lang="en-US"/>
              <a:t>Third level</a:t>
            </a:r>
          </a:p>
        </p:txBody>
      </p:sp>
      <p:sp>
        <p:nvSpPr>
          <p:cNvPr id="15" name="Text Placeholder 9">
            <a:extLst>
              <a:ext uri="{FF2B5EF4-FFF2-40B4-BE49-F238E27FC236}">
                <a16:creationId xmlns:a16="http://schemas.microsoft.com/office/drawing/2014/main" id="{B1A4445F-1B1A-C64D-A49F-C8C1D7FDDF98}"/>
              </a:ext>
            </a:extLst>
          </p:cNvPr>
          <p:cNvSpPr>
            <a:spLocks noGrp="1"/>
          </p:cNvSpPr>
          <p:nvPr>
            <p:ph type="body" sz="quarter" idx="12"/>
          </p:nvPr>
        </p:nvSpPr>
        <p:spPr>
          <a:xfrm>
            <a:off x="2709421" y="1635125"/>
            <a:ext cx="2133600" cy="346075"/>
          </a:xfrm>
          <a:solidFill>
            <a:schemeClr val="accent5"/>
          </a:solidFill>
        </p:spPr>
        <p:txBody>
          <a:bodyPr lIns="91440" rIns="91440" anchor="ctr">
            <a:noAutofit/>
          </a:bodyPr>
          <a:lstStyle>
            <a:lvl1pPr marL="0" indent="0" algn="l" defTabSz="914367" rtl="0" eaLnBrk="1" latinLnBrk="0" hangingPunct="1">
              <a:buFontTx/>
              <a:buNone/>
              <a:defRPr lang="en-US" sz="1400" kern="1200" dirty="0" smtClean="0">
                <a:solidFill>
                  <a:schemeClr val="bg1"/>
                </a:solidFill>
                <a:latin typeface="+mj-lt"/>
                <a:ea typeface="+mn-ea"/>
                <a:cs typeface="+mn-cs"/>
              </a:defRPr>
            </a:lvl1pPr>
          </a:lstStyle>
          <a:p>
            <a:pPr lvl="0"/>
            <a:r>
              <a:rPr lang="en-US"/>
              <a:t>Click to edit Master text styles</a:t>
            </a:r>
          </a:p>
        </p:txBody>
      </p:sp>
      <p:sp>
        <p:nvSpPr>
          <p:cNvPr id="16" name="Text Placeholder 11">
            <a:extLst>
              <a:ext uri="{FF2B5EF4-FFF2-40B4-BE49-F238E27FC236}">
                <a16:creationId xmlns:a16="http://schemas.microsoft.com/office/drawing/2014/main" id="{AC4E410E-F5E6-0440-B7BB-9149AA028BE0}"/>
              </a:ext>
            </a:extLst>
          </p:cNvPr>
          <p:cNvSpPr>
            <a:spLocks noGrp="1"/>
          </p:cNvSpPr>
          <p:nvPr>
            <p:ph type="body" sz="quarter" idx="13"/>
          </p:nvPr>
        </p:nvSpPr>
        <p:spPr>
          <a:xfrm>
            <a:off x="2709421" y="2286000"/>
            <a:ext cx="2133600" cy="3986784"/>
          </a:xfrm>
        </p:spPr>
        <p:txBody>
          <a:bodyPr>
            <a:noAutofit/>
          </a:bodyPr>
          <a:lstStyle>
            <a:lvl1pPr marL="0" indent="0" algn="l" defTabSz="914367" rtl="0" eaLnBrk="1" latinLnBrk="0" hangingPunct="1">
              <a:buFontTx/>
              <a:buNone/>
              <a:defRPr lang="en-US" sz="1200" b="1" kern="1200" dirty="0" smtClean="0">
                <a:solidFill>
                  <a:schemeClr val="tx1"/>
                </a:solidFill>
                <a:latin typeface="+mn-lt"/>
                <a:ea typeface="+mn-ea"/>
                <a:cs typeface="+mn-cs"/>
              </a:defRPr>
            </a:lvl1pPr>
            <a:lvl2pPr marL="0" indent="0" algn="l" defTabSz="914367" rtl="0" eaLnBrk="1" latinLnBrk="0" hangingPunct="1">
              <a:buFontTx/>
              <a:buNone/>
              <a:defRPr lang="en-US" sz="1200" kern="1200" dirty="0" smtClean="0">
                <a:solidFill>
                  <a:schemeClr val="tx1"/>
                </a:solidFill>
                <a:latin typeface="+mn-lt"/>
                <a:ea typeface="+mn-ea"/>
                <a:cs typeface="+mn-cs"/>
              </a:defRPr>
            </a:lvl2pPr>
            <a:lvl3pPr marL="171450" indent="-171450" algn="l" defTabSz="914367" rtl="0" eaLnBrk="1" latinLnBrk="0" hangingPunct="1">
              <a:buFont typeface="Arial" panose="020B0604020202020204" pitchFamily="34" charset="0"/>
              <a:buChar char="•"/>
              <a:defRPr lang="en-US" sz="1200" kern="1200" dirty="0" smtClean="0">
                <a:solidFill>
                  <a:schemeClr val="tx1"/>
                </a:solidFill>
                <a:latin typeface="+mn-lt"/>
                <a:ea typeface="+mn-ea"/>
                <a:cs typeface="+mn-cs"/>
              </a:defRPr>
            </a:lvl3pPr>
          </a:lstStyle>
          <a:p>
            <a:pPr lvl="0"/>
            <a:r>
              <a:rPr lang="en-US"/>
              <a:t>Click to edit Master text styles</a:t>
            </a:r>
          </a:p>
          <a:p>
            <a:pPr lvl="1"/>
            <a:r>
              <a:rPr lang="en-US"/>
              <a:t>Second level</a:t>
            </a:r>
          </a:p>
          <a:p>
            <a:pPr lvl="2"/>
            <a:r>
              <a:rPr lang="en-US"/>
              <a:t>Third level</a:t>
            </a:r>
          </a:p>
        </p:txBody>
      </p:sp>
      <p:sp>
        <p:nvSpPr>
          <p:cNvPr id="17" name="Text Placeholder 9">
            <a:extLst>
              <a:ext uri="{FF2B5EF4-FFF2-40B4-BE49-F238E27FC236}">
                <a16:creationId xmlns:a16="http://schemas.microsoft.com/office/drawing/2014/main" id="{3641EBFA-B27C-3946-B7B1-8F727C5049D6}"/>
              </a:ext>
            </a:extLst>
          </p:cNvPr>
          <p:cNvSpPr>
            <a:spLocks noGrp="1"/>
          </p:cNvSpPr>
          <p:nvPr>
            <p:ph type="body" sz="quarter" idx="14"/>
          </p:nvPr>
        </p:nvSpPr>
        <p:spPr>
          <a:xfrm>
            <a:off x="5047268" y="1635125"/>
            <a:ext cx="2133600" cy="346075"/>
          </a:xfrm>
          <a:solidFill>
            <a:schemeClr val="accent5"/>
          </a:solidFill>
        </p:spPr>
        <p:txBody>
          <a:bodyPr lIns="91440" rIns="91440" anchor="ctr">
            <a:noAutofit/>
          </a:bodyPr>
          <a:lstStyle>
            <a:lvl1pPr marL="0" indent="0" algn="l" defTabSz="914367" rtl="0" eaLnBrk="1" latinLnBrk="0" hangingPunct="1">
              <a:buFontTx/>
              <a:buNone/>
              <a:defRPr lang="en-US" sz="1400" kern="1200" dirty="0" smtClean="0">
                <a:solidFill>
                  <a:schemeClr val="bg1"/>
                </a:solidFill>
                <a:latin typeface="+mj-lt"/>
                <a:ea typeface="+mn-ea"/>
                <a:cs typeface="+mn-cs"/>
              </a:defRPr>
            </a:lvl1pPr>
          </a:lstStyle>
          <a:p>
            <a:pPr lvl="0"/>
            <a:r>
              <a:rPr lang="en-US"/>
              <a:t>Click to edit Master text styles</a:t>
            </a:r>
          </a:p>
        </p:txBody>
      </p:sp>
      <p:sp>
        <p:nvSpPr>
          <p:cNvPr id="18" name="Text Placeholder 11">
            <a:extLst>
              <a:ext uri="{FF2B5EF4-FFF2-40B4-BE49-F238E27FC236}">
                <a16:creationId xmlns:a16="http://schemas.microsoft.com/office/drawing/2014/main" id="{71F938E2-A8B7-944D-A6CD-CD897CEB6911}"/>
              </a:ext>
            </a:extLst>
          </p:cNvPr>
          <p:cNvSpPr>
            <a:spLocks noGrp="1"/>
          </p:cNvSpPr>
          <p:nvPr>
            <p:ph type="body" sz="quarter" idx="15"/>
          </p:nvPr>
        </p:nvSpPr>
        <p:spPr>
          <a:xfrm>
            <a:off x="5047268" y="2286000"/>
            <a:ext cx="2133600" cy="3983038"/>
          </a:xfrm>
        </p:spPr>
        <p:txBody>
          <a:bodyPr/>
          <a:lstStyle>
            <a:lvl1pPr marL="0" indent="0" algn="l" defTabSz="914367" rtl="0" eaLnBrk="1" latinLnBrk="0" hangingPunct="1">
              <a:buFontTx/>
              <a:buNone/>
              <a:defRPr lang="en-US" sz="1200" b="1" kern="1200" dirty="0" smtClean="0">
                <a:solidFill>
                  <a:schemeClr val="tx1"/>
                </a:solidFill>
                <a:latin typeface="+mn-lt"/>
                <a:ea typeface="+mn-ea"/>
                <a:cs typeface="+mn-cs"/>
              </a:defRPr>
            </a:lvl1pPr>
            <a:lvl2pPr marL="0" indent="0" algn="l" defTabSz="914367" rtl="0" eaLnBrk="1" latinLnBrk="0" hangingPunct="1">
              <a:buFontTx/>
              <a:buNone/>
              <a:defRPr lang="en-US" sz="1200" kern="1200" dirty="0" smtClean="0">
                <a:solidFill>
                  <a:schemeClr val="tx1"/>
                </a:solidFill>
                <a:latin typeface="+mn-lt"/>
                <a:ea typeface="+mn-ea"/>
                <a:cs typeface="+mn-cs"/>
              </a:defRPr>
            </a:lvl2pPr>
            <a:lvl3pPr marL="171450" indent="-171450" algn="l" defTabSz="914367" rtl="0" eaLnBrk="1" latinLnBrk="0" hangingPunct="1">
              <a:buFont typeface="Arial" panose="020B0604020202020204" pitchFamily="34" charset="0"/>
              <a:buChar char="•"/>
              <a:defRPr lang="en-US" sz="1200" kern="1200" dirty="0" smtClean="0">
                <a:solidFill>
                  <a:schemeClr val="tx1"/>
                </a:solidFill>
                <a:latin typeface="+mn-lt"/>
                <a:ea typeface="+mn-ea"/>
                <a:cs typeface="+mn-cs"/>
              </a:defRPr>
            </a:lvl3pPr>
          </a:lstStyle>
          <a:p>
            <a:pPr lvl="0"/>
            <a:r>
              <a:rPr lang="en-US"/>
              <a:t>Click to edit Master text styles</a:t>
            </a:r>
          </a:p>
          <a:p>
            <a:pPr lvl="1"/>
            <a:r>
              <a:rPr lang="en-US"/>
              <a:t>Second level</a:t>
            </a:r>
          </a:p>
          <a:p>
            <a:pPr lvl="2"/>
            <a:r>
              <a:rPr lang="en-US"/>
              <a:t>Third level</a:t>
            </a:r>
          </a:p>
        </p:txBody>
      </p:sp>
      <p:sp>
        <p:nvSpPr>
          <p:cNvPr id="19" name="Text Placeholder 9">
            <a:extLst>
              <a:ext uri="{FF2B5EF4-FFF2-40B4-BE49-F238E27FC236}">
                <a16:creationId xmlns:a16="http://schemas.microsoft.com/office/drawing/2014/main" id="{8BD6BF2D-9128-C44F-BE85-D061C7BA822C}"/>
              </a:ext>
            </a:extLst>
          </p:cNvPr>
          <p:cNvSpPr>
            <a:spLocks noGrp="1"/>
          </p:cNvSpPr>
          <p:nvPr>
            <p:ph type="body" sz="quarter" idx="16"/>
          </p:nvPr>
        </p:nvSpPr>
        <p:spPr>
          <a:xfrm>
            <a:off x="7356835" y="1635125"/>
            <a:ext cx="2133600" cy="346075"/>
          </a:xfrm>
          <a:solidFill>
            <a:schemeClr val="accent5"/>
          </a:solidFill>
        </p:spPr>
        <p:txBody>
          <a:bodyPr lIns="91440" rIns="91440" anchor="ctr">
            <a:noAutofit/>
          </a:bodyPr>
          <a:lstStyle>
            <a:lvl1pPr marL="0" indent="0" algn="l" defTabSz="914367" rtl="0" eaLnBrk="1" latinLnBrk="0" hangingPunct="1">
              <a:buFontTx/>
              <a:buNone/>
              <a:defRPr lang="en-US" sz="1400" kern="1200" dirty="0" smtClean="0">
                <a:solidFill>
                  <a:schemeClr val="bg1"/>
                </a:solidFill>
                <a:latin typeface="+mj-lt"/>
                <a:ea typeface="+mn-ea"/>
                <a:cs typeface="+mn-cs"/>
              </a:defRPr>
            </a:lvl1pPr>
          </a:lstStyle>
          <a:p>
            <a:pPr lvl="0"/>
            <a:r>
              <a:rPr lang="en-US"/>
              <a:t>Click to edit Master text styles</a:t>
            </a:r>
          </a:p>
        </p:txBody>
      </p:sp>
      <p:sp>
        <p:nvSpPr>
          <p:cNvPr id="20" name="Text Placeholder 11">
            <a:extLst>
              <a:ext uri="{FF2B5EF4-FFF2-40B4-BE49-F238E27FC236}">
                <a16:creationId xmlns:a16="http://schemas.microsoft.com/office/drawing/2014/main" id="{55B5EA8C-8960-F24A-86F4-6F1A709A100B}"/>
              </a:ext>
            </a:extLst>
          </p:cNvPr>
          <p:cNvSpPr>
            <a:spLocks noGrp="1"/>
          </p:cNvSpPr>
          <p:nvPr>
            <p:ph type="body" sz="quarter" idx="17"/>
          </p:nvPr>
        </p:nvSpPr>
        <p:spPr>
          <a:xfrm>
            <a:off x="7356835" y="2286000"/>
            <a:ext cx="2133600" cy="3983038"/>
          </a:xfrm>
        </p:spPr>
        <p:txBody>
          <a:bodyPr/>
          <a:lstStyle>
            <a:lvl1pPr marL="0" indent="0" algn="l" defTabSz="914367" rtl="0" eaLnBrk="1" latinLnBrk="0" hangingPunct="1">
              <a:buFontTx/>
              <a:buNone/>
              <a:defRPr lang="en-US" sz="1200" b="1" kern="1200" dirty="0" smtClean="0">
                <a:solidFill>
                  <a:schemeClr val="tx1"/>
                </a:solidFill>
                <a:latin typeface="+mn-lt"/>
                <a:ea typeface="+mn-ea"/>
                <a:cs typeface="+mn-cs"/>
              </a:defRPr>
            </a:lvl1pPr>
            <a:lvl2pPr marL="0" indent="0" algn="l" defTabSz="914367" rtl="0" eaLnBrk="1" latinLnBrk="0" hangingPunct="1">
              <a:buFontTx/>
              <a:buNone/>
              <a:defRPr lang="en-US" sz="1200" kern="1200" dirty="0" smtClean="0">
                <a:solidFill>
                  <a:schemeClr val="tx1"/>
                </a:solidFill>
                <a:latin typeface="+mn-lt"/>
                <a:ea typeface="+mn-ea"/>
                <a:cs typeface="+mn-cs"/>
              </a:defRPr>
            </a:lvl2pPr>
            <a:lvl3pPr marL="171450" indent="-171450" algn="l" defTabSz="914367" rtl="0" eaLnBrk="1" latinLnBrk="0" hangingPunct="1">
              <a:buFont typeface="Arial" panose="020B0604020202020204" pitchFamily="34" charset="0"/>
              <a:buChar char="•"/>
              <a:defRPr lang="en-US" sz="1200" kern="1200" dirty="0" smtClean="0">
                <a:solidFill>
                  <a:schemeClr val="tx1"/>
                </a:solidFill>
                <a:latin typeface="+mn-lt"/>
                <a:ea typeface="+mn-ea"/>
                <a:cs typeface="+mn-cs"/>
              </a:defRPr>
            </a:lvl3pPr>
          </a:lstStyle>
          <a:p>
            <a:pPr lvl="0"/>
            <a:r>
              <a:rPr lang="en-US"/>
              <a:t>Click to edit Master text styles</a:t>
            </a:r>
          </a:p>
          <a:p>
            <a:pPr lvl="1"/>
            <a:r>
              <a:rPr lang="en-US"/>
              <a:t>Second level</a:t>
            </a:r>
          </a:p>
          <a:p>
            <a:pPr lvl="2"/>
            <a:r>
              <a:rPr lang="en-US"/>
              <a:t>Third level</a:t>
            </a:r>
          </a:p>
        </p:txBody>
      </p:sp>
      <p:sp>
        <p:nvSpPr>
          <p:cNvPr id="21" name="Text Placeholder 9">
            <a:extLst>
              <a:ext uri="{FF2B5EF4-FFF2-40B4-BE49-F238E27FC236}">
                <a16:creationId xmlns:a16="http://schemas.microsoft.com/office/drawing/2014/main" id="{EB9E96FF-1743-9340-8E99-08C92FF506BC}"/>
              </a:ext>
            </a:extLst>
          </p:cNvPr>
          <p:cNvSpPr>
            <a:spLocks noGrp="1"/>
          </p:cNvSpPr>
          <p:nvPr>
            <p:ph type="body" sz="quarter" idx="18"/>
          </p:nvPr>
        </p:nvSpPr>
        <p:spPr>
          <a:xfrm>
            <a:off x="9685256" y="1635125"/>
            <a:ext cx="2133600" cy="346075"/>
          </a:xfrm>
          <a:solidFill>
            <a:schemeClr val="accent5"/>
          </a:solidFill>
        </p:spPr>
        <p:txBody>
          <a:bodyPr lIns="91440" rIns="91440" anchor="ctr">
            <a:noAutofit/>
          </a:bodyPr>
          <a:lstStyle>
            <a:lvl1pPr marL="0" indent="0" algn="l" defTabSz="914367" rtl="0" eaLnBrk="1" latinLnBrk="0" hangingPunct="1">
              <a:buFontTx/>
              <a:buNone/>
              <a:defRPr lang="en-US" sz="1400" kern="1200" dirty="0" smtClean="0">
                <a:solidFill>
                  <a:schemeClr val="bg1"/>
                </a:solidFill>
                <a:latin typeface="+mj-lt"/>
                <a:ea typeface="+mn-ea"/>
                <a:cs typeface="+mn-cs"/>
              </a:defRPr>
            </a:lvl1pPr>
          </a:lstStyle>
          <a:p>
            <a:pPr lvl="0"/>
            <a:r>
              <a:rPr lang="en-US"/>
              <a:t>Click to edit Master text styles</a:t>
            </a:r>
          </a:p>
        </p:txBody>
      </p:sp>
      <p:sp>
        <p:nvSpPr>
          <p:cNvPr id="22" name="Text Placeholder 11">
            <a:extLst>
              <a:ext uri="{FF2B5EF4-FFF2-40B4-BE49-F238E27FC236}">
                <a16:creationId xmlns:a16="http://schemas.microsoft.com/office/drawing/2014/main" id="{1183CC26-FA4E-FF4E-8EED-0F14D01769F3}"/>
              </a:ext>
            </a:extLst>
          </p:cNvPr>
          <p:cNvSpPr>
            <a:spLocks noGrp="1"/>
          </p:cNvSpPr>
          <p:nvPr>
            <p:ph type="body" sz="quarter" idx="19"/>
          </p:nvPr>
        </p:nvSpPr>
        <p:spPr>
          <a:xfrm>
            <a:off x="9685256" y="2286000"/>
            <a:ext cx="2133600" cy="3983038"/>
          </a:xfrm>
        </p:spPr>
        <p:txBody>
          <a:bodyPr/>
          <a:lstStyle>
            <a:lvl1pPr marL="0" indent="0" algn="l" defTabSz="914367" rtl="0" eaLnBrk="1" latinLnBrk="0" hangingPunct="1">
              <a:buFontTx/>
              <a:buNone/>
              <a:defRPr lang="en-US" sz="1200" b="1" kern="1200" dirty="0" smtClean="0">
                <a:solidFill>
                  <a:schemeClr val="tx1"/>
                </a:solidFill>
                <a:latin typeface="+mn-lt"/>
                <a:ea typeface="+mn-ea"/>
                <a:cs typeface="+mn-cs"/>
              </a:defRPr>
            </a:lvl1pPr>
            <a:lvl2pPr marL="0" indent="0" algn="l" defTabSz="914367" rtl="0" eaLnBrk="1" latinLnBrk="0" hangingPunct="1">
              <a:buFontTx/>
              <a:buNone/>
              <a:defRPr lang="en-US" sz="1200" kern="1200" dirty="0" smtClean="0">
                <a:solidFill>
                  <a:schemeClr val="tx1"/>
                </a:solidFill>
                <a:latin typeface="+mn-lt"/>
                <a:ea typeface="+mn-ea"/>
                <a:cs typeface="+mn-cs"/>
              </a:defRPr>
            </a:lvl2pPr>
            <a:lvl3pPr marL="171450" indent="-171450" algn="l" defTabSz="914367" rtl="0" eaLnBrk="1" latinLnBrk="0" hangingPunct="1">
              <a:buFont typeface="Arial" panose="020B0604020202020204" pitchFamily="34" charset="0"/>
              <a:buChar char="•"/>
              <a:defRPr lang="en-US" sz="1200" kern="1200" dirty="0" smtClean="0">
                <a:solidFill>
                  <a:schemeClr val="tx1"/>
                </a:solidFill>
                <a:latin typeface="+mn-lt"/>
                <a:ea typeface="+mn-ea"/>
                <a:cs typeface="+mn-cs"/>
              </a:defRPr>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756082932"/>
      </p:ext>
    </p:extLst>
  </p:cSld>
  <p:clrMapOvr>
    <a:masterClrMapping/>
  </p:clrMapOvr>
  <p:transition>
    <p:fade/>
  </p:transition>
  <p:extLst>
    <p:ext uri="{DCECCB84-F9BA-43D5-87BE-67443E8EF086}">
      <p15:sldGuideLst xmlns:p15="http://schemas.microsoft.com/office/powerpoint/2012/main">
        <p15:guide id="8" pos="1373">
          <p15:clr>
            <a:srgbClr val="A4A3A4"/>
          </p15:clr>
        </p15:guide>
        <p15:guide id="28" orient="horz" pos="888">
          <p15:clr>
            <a:srgbClr val="5ACBF0"/>
          </p15:clr>
        </p15:guide>
        <p15:guide id="29" orient="horz" pos="1248">
          <p15:clr>
            <a:srgbClr val="5ACBF0"/>
          </p15:clr>
        </p15:guide>
        <p15:guide id="30" orient="horz" pos="288">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only with bar">
    <p:bg>
      <p:bgPr>
        <a:solidFill>
          <a:srgbClr val="FFFFFF"/>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2D6D3E5-5F4F-4FB7-8B74-E695C6636C0B}"/>
              </a:ext>
            </a:extLst>
          </p:cNvPr>
          <p:cNvSpPr>
            <a:spLocks noGrp="1"/>
          </p:cNvSpPr>
          <p:nvPr>
            <p:ph type="title"/>
          </p:nvPr>
        </p:nvSpPr>
        <p:spPr/>
        <p:txBody>
          <a:bodyPr/>
          <a:lstStyle/>
          <a:p>
            <a:r>
              <a:rPr lang="en-US"/>
              <a:t>Click to edit Master title style</a:t>
            </a:r>
          </a:p>
        </p:txBody>
      </p:sp>
      <p:cxnSp>
        <p:nvCxnSpPr>
          <p:cNvPr id="7" name="Straight Connector 6">
            <a:extLst>
              <a:ext uri="{FF2B5EF4-FFF2-40B4-BE49-F238E27FC236}">
                <a16:creationId xmlns:a16="http://schemas.microsoft.com/office/drawing/2014/main" id="{8EDAE969-6DFB-AD4B-A4BB-4C9D04F1489D}"/>
              </a:ext>
              <a:ext uri="{C183D7F6-B498-43B3-948B-1728B52AA6E4}">
                <adec:decorative xmlns:adec="http://schemas.microsoft.com/office/drawing/2017/decorative" val="1"/>
              </a:ext>
            </a:extLst>
          </p:cNvPr>
          <p:cNvCxnSpPr>
            <a:cxnSpLocks/>
          </p:cNvCxnSpPr>
          <p:nvPr userDrawn="1"/>
        </p:nvCxnSpPr>
        <p:spPr>
          <a:xfrm>
            <a:off x="381000" y="1143000"/>
            <a:ext cx="11430000" cy="0"/>
          </a:xfrm>
          <a:prstGeom prst="line">
            <a:avLst/>
          </a:prstGeom>
          <a:ln w="25400" cap="sq">
            <a:gradFill>
              <a:gsLst>
                <a:gs pos="60000">
                  <a:srgbClr val="61C5BE"/>
                </a:gs>
                <a:gs pos="29000">
                  <a:srgbClr val="FFF200"/>
                </a:gs>
                <a:gs pos="100000">
                  <a:schemeClr val="accent5"/>
                </a:gs>
              </a:gsLst>
              <a:lin ang="0" scaled="0"/>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9" name="Freeform: Shape 8" descr="Yellow-Blue MIS Identity bar">
            <a:extLst>
              <a:ext uri="{FF2B5EF4-FFF2-40B4-BE49-F238E27FC236}">
                <a16:creationId xmlns:a16="http://schemas.microsoft.com/office/drawing/2014/main" id="{56FB0A30-03DB-4893-B1DF-E2A457407E56}"/>
              </a:ext>
              <a:ext uri="{C183D7F6-B498-43B3-948B-1728B52AA6E4}">
                <adec:decorative xmlns:adec="http://schemas.microsoft.com/office/drawing/2017/decorative" val="0"/>
              </a:ext>
            </a:extLst>
          </p:cNvPr>
          <p:cNvSpPr/>
          <p:nvPr userDrawn="1"/>
        </p:nvSpPr>
        <p:spPr bwMode="auto">
          <a:xfrm>
            <a:off x="0" y="6747118"/>
            <a:ext cx="12188952" cy="110883"/>
          </a:xfrm>
          <a:custGeom>
            <a:avLst/>
            <a:gdLst>
              <a:gd name="connsiteX0" fmla="*/ 0 w 12188952"/>
              <a:gd name="connsiteY0" fmla="*/ 0 h 110883"/>
              <a:gd name="connsiteX1" fmla="*/ 12188952 w 12188952"/>
              <a:gd name="connsiteY1" fmla="*/ 0 h 110883"/>
              <a:gd name="connsiteX2" fmla="*/ 12188952 w 12188952"/>
              <a:gd name="connsiteY2" fmla="*/ 110883 h 110883"/>
              <a:gd name="connsiteX3" fmla="*/ 0 w 12188952"/>
              <a:gd name="connsiteY3" fmla="*/ 110883 h 110883"/>
            </a:gdLst>
            <a:ahLst/>
            <a:cxnLst>
              <a:cxn ang="0">
                <a:pos x="connsiteX0" y="connsiteY0"/>
              </a:cxn>
              <a:cxn ang="0">
                <a:pos x="connsiteX1" y="connsiteY1"/>
              </a:cxn>
              <a:cxn ang="0">
                <a:pos x="connsiteX2" y="connsiteY2"/>
              </a:cxn>
              <a:cxn ang="0">
                <a:pos x="connsiteX3" y="connsiteY3"/>
              </a:cxn>
            </a:cxnLst>
            <a:rect l="l" t="t" r="r" b="b"/>
            <a:pathLst>
              <a:path w="12188952" h="110883">
                <a:moveTo>
                  <a:pt x="0" y="0"/>
                </a:moveTo>
                <a:lnTo>
                  <a:pt x="12188952" y="0"/>
                </a:lnTo>
                <a:lnTo>
                  <a:pt x="12188952" y="110883"/>
                </a:lnTo>
                <a:lnTo>
                  <a:pt x="0" y="110883"/>
                </a:lnTo>
                <a:close/>
              </a:path>
            </a:pathLst>
          </a:cu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Tree>
    <p:extLst>
      <p:ext uri="{BB962C8B-B14F-4D97-AF65-F5344CB8AC3E}">
        <p14:creationId xmlns:p14="http://schemas.microsoft.com/office/powerpoint/2010/main" val="85328073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rgbClr val="FFFFFF"/>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3A698D5-873A-4555-963A-558140D07750}"/>
              </a:ext>
            </a:extLst>
          </p:cNvPr>
          <p:cNvSpPr>
            <a:spLocks noGrp="1"/>
          </p:cNvSpPr>
          <p:nvPr>
            <p:ph type="title"/>
          </p:nvPr>
        </p:nvSpPr>
        <p:spPr/>
        <p:txBody>
          <a:bodyPr/>
          <a:lstStyle/>
          <a:p>
            <a:r>
              <a:rPr lang="en-US"/>
              <a:t>Click to edit Master title style</a:t>
            </a:r>
          </a:p>
        </p:txBody>
      </p:sp>
      <p:cxnSp>
        <p:nvCxnSpPr>
          <p:cNvPr id="7" name="Straight Connector 6">
            <a:extLst>
              <a:ext uri="{FF2B5EF4-FFF2-40B4-BE49-F238E27FC236}">
                <a16:creationId xmlns:a16="http://schemas.microsoft.com/office/drawing/2014/main" id="{8EDAE969-6DFB-AD4B-A4BB-4C9D04F1489D}"/>
              </a:ext>
              <a:ext uri="{C183D7F6-B498-43B3-948B-1728B52AA6E4}">
                <adec:decorative xmlns:adec="http://schemas.microsoft.com/office/drawing/2017/decorative" val="1"/>
              </a:ext>
            </a:extLst>
          </p:cNvPr>
          <p:cNvCxnSpPr>
            <a:cxnSpLocks/>
          </p:cNvCxnSpPr>
          <p:nvPr userDrawn="1"/>
        </p:nvCxnSpPr>
        <p:spPr>
          <a:xfrm>
            <a:off x="381000" y="1143000"/>
            <a:ext cx="11430000" cy="0"/>
          </a:xfrm>
          <a:prstGeom prst="line">
            <a:avLst/>
          </a:prstGeom>
          <a:ln w="25400" cap="sq">
            <a:gradFill>
              <a:gsLst>
                <a:gs pos="60000">
                  <a:srgbClr val="61C5BE"/>
                </a:gs>
                <a:gs pos="29000">
                  <a:srgbClr val="FFF200"/>
                </a:gs>
                <a:gs pos="100000">
                  <a:schemeClr val="accent5"/>
                </a:gs>
              </a:gsLst>
              <a:lin ang="0" scaled="0"/>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15583138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Big Statement Yellow only">
    <p:bg>
      <p:bgPr>
        <a:solidFill>
          <a:schemeClr val="bg1"/>
        </a:solidFill>
        <a:effectLst/>
      </p:bgPr>
    </p:bg>
    <p:spTree>
      <p:nvGrpSpPr>
        <p:cNvPr id="1" name=""/>
        <p:cNvGrpSpPr/>
        <p:nvPr/>
      </p:nvGrpSpPr>
      <p:grpSpPr>
        <a:xfrm>
          <a:off x="0" y="0"/>
          <a:ext cx="0" cy="0"/>
          <a:chOff x="0" y="0"/>
          <a:chExt cx="0" cy="0"/>
        </a:xfrm>
      </p:grpSpPr>
      <p:sp>
        <p:nvSpPr>
          <p:cNvPr id="7" name="Picture Placeholder 6" descr="A &quot;placeholder&quot; for a picture. Drag or drop your photo here, or click and tap the center to insert a photo">
            <a:extLst>
              <a:ext uri="{FF2B5EF4-FFF2-40B4-BE49-F238E27FC236}">
                <a16:creationId xmlns:a16="http://schemas.microsoft.com/office/drawing/2014/main" id="{8FB4C488-0049-FC44-A073-594CB3573E7D}"/>
              </a:ext>
            </a:extLst>
          </p:cNvPr>
          <p:cNvSpPr>
            <a:spLocks noGrp="1"/>
          </p:cNvSpPr>
          <p:nvPr>
            <p:ph type="pic" sz="quarter" idx="10" hasCustomPrompt="1"/>
          </p:nvPr>
        </p:nvSpPr>
        <p:spPr>
          <a:xfrm>
            <a:off x="0" y="110883"/>
            <a:ext cx="12192000" cy="6636235"/>
          </a:xfrm>
          <a:solidFill>
            <a:schemeClr val="bg1">
              <a:lumMod val="85000"/>
            </a:schemeClr>
          </a:solidFill>
        </p:spPr>
        <p:txBody>
          <a:bodyPr bIns="91440" anchor="b">
            <a:noAutofit/>
          </a:bodyPr>
          <a:lstStyle>
            <a:lvl1pPr marL="0" marR="0" indent="0" algn="ctr" defTabSz="932742" rtl="0" eaLnBrk="1" fontAlgn="auto" latinLnBrk="0" hangingPunct="1">
              <a:lnSpc>
                <a:spcPct val="100000"/>
              </a:lnSpc>
              <a:spcBef>
                <a:spcPct val="20000"/>
              </a:spcBef>
              <a:spcAft>
                <a:spcPts val="0"/>
              </a:spcAft>
              <a:buClrTx/>
              <a:buSzPct val="90000"/>
              <a:buFontTx/>
              <a:buNone/>
              <a:tabLst/>
              <a:defRPr/>
            </a:lvl1pPr>
          </a:lstStyle>
          <a:p>
            <a:pPr marL="0" marR="0" lvl="0" indent="0" algn="ctr" defTabSz="932742" rtl="0" eaLnBrk="1" fontAlgn="auto" latinLnBrk="0" hangingPunct="1">
              <a:lnSpc>
                <a:spcPct val="100000"/>
              </a:lnSpc>
              <a:spcBef>
                <a:spcPct val="20000"/>
              </a:spcBef>
              <a:spcAft>
                <a:spcPts val="0"/>
              </a:spcAft>
              <a:buClrTx/>
              <a:buSzPct val="90000"/>
              <a:buFontTx/>
              <a:buNone/>
              <a:tabLst/>
              <a:defRPr/>
            </a:pPr>
            <a:r>
              <a:rPr lang="en-US"/>
              <a:t>Click or drag title image photo here,</a:t>
            </a:r>
            <a:br>
              <a:rPr lang="en-US"/>
            </a:br>
            <a:r>
              <a:rPr lang="en-US"/>
              <a:t>then send to back</a:t>
            </a:r>
          </a:p>
        </p:txBody>
      </p:sp>
      <p:sp>
        <p:nvSpPr>
          <p:cNvPr id="2" name="Title 1">
            <a:extLst>
              <a:ext uri="{FF2B5EF4-FFF2-40B4-BE49-F238E27FC236}">
                <a16:creationId xmlns:a16="http://schemas.microsoft.com/office/drawing/2014/main" id="{A35F15E4-EAF0-1442-8BC9-542BB45A77DE}"/>
              </a:ext>
            </a:extLst>
          </p:cNvPr>
          <p:cNvSpPr>
            <a:spLocks noGrp="1"/>
          </p:cNvSpPr>
          <p:nvPr>
            <p:ph type="title"/>
          </p:nvPr>
        </p:nvSpPr>
        <p:spPr>
          <a:xfrm>
            <a:off x="1447800" y="2032000"/>
            <a:ext cx="9296400" cy="2794000"/>
          </a:xfrm>
        </p:spPr>
        <p:txBody>
          <a:bodyPr anchor="ctr">
            <a:noAutofit/>
          </a:bodyPr>
          <a:lstStyle>
            <a:lvl1pPr algn="ctr" defTabSz="932742" rtl="0" eaLnBrk="1" latinLnBrk="0" hangingPunct="1">
              <a:lnSpc>
                <a:spcPct val="100000"/>
              </a:lnSpc>
              <a:buNone/>
              <a:defRPr lang="en-US" sz="3400" b="0" kern="1200" cap="none" spc="-20" baseline="0" dirty="0" smtClean="0">
                <a:ln w="3175">
                  <a:noFill/>
                </a:ln>
                <a:solidFill>
                  <a:schemeClr val="bg1"/>
                </a:solidFill>
                <a:effectLst/>
                <a:latin typeface="+mj-lt"/>
                <a:ea typeface="+mn-ea"/>
                <a:cs typeface="SegoePro-Light"/>
              </a:defRPr>
            </a:lvl1pPr>
          </a:lstStyle>
          <a:p>
            <a:r>
              <a:rPr lang="en-US"/>
              <a:t>Click to edit Master title style</a:t>
            </a:r>
          </a:p>
        </p:txBody>
      </p:sp>
      <p:sp>
        <p:nvSpPr>
          <p:cNvPr id="8" name="Freeform: Shape 7" descr="Yellow-Blue MIS Identity bar">
            <a:extLst>
              <a:ext uri="{FF2B5EF4-FFF2-40B4-BE49-F238E27FC236}">
                <a16:creationId xmlns:a16="http://schemas.microsoft.com/office/drawing/2014/main" id="{02003063-6C9F-441D-8EB0-E26C42EC4316}"/>
              </a:ext>
              <a:ext uri="{C183D7F6-B498-43B3-948B-1728B52AA6E4}">
                <adec:decorative xmlns:adec="http://schemas.microsoft.com/office/drawing/2017/decorative" val="0"/>
              </a:ext>
            </a:extLst>
          </p:cNvPr>
          <p:cNvSpPr/>
          <p:nvPr userDrawn="1"/>
        </p:nvSpPr>
        <p:spPr bwMode="auto">
          <a:xfrm>
            <a:off x="0" y="6747118"/>
            <a:ext cx="12188952" cy="110883"/>
          </a:xfrm>
          <a:custGeom>
            <a:avLst/>
            <a:gdLst>
              <a:gd name="connsiteX0" fmla="*/ 0 w 12188952"/>
              <a:gd name="connsiteY0" fmla="*/ 0 h 110883"/>
              <a:gd name="connsiteX1" fmla="*/ 12188952 w 12188952"/>
              <a:gd name="connsiteY1" fmla="*/ 0 h 110883"/>
              <a:gd name="connsiteX2" fmla="*/ 12188952 w 12188952"/>
              <a:gd name="connsiteY2" fmla="*/ 110883 h 110883"/>
              <a:gd name="connsiteX3" fmla="*/ 0 w 12188952"/>
              <a:gd name="connsiteY3" fmla="*/ 110883 h 110883"/>
            </a:gdLst>
            <a:ahLst/>
            <a:cxnLst>
              <a:cxn ang="0">
                <a:pos x="connsiteX0" y="connsiteY0"/>
              </a:cxn>
              <a:cxn ang="0">
                <a:pos x="connsiteX1" y="connsiteY1"/>
              </a:cxn>
              <a:cxn ang="0">
                <a:pos x="connsiteX2" y="connsiteY2"/>
              </a:cxn>
              <a:cxn ang="0">
                <a:pos x="connsiteX3" y="connsiteY3"/>
              </a:cxn>
            </a:cxnLst>
            <a:rect l="l" t="t" r="r" b="b"/>
            <a:pathLst>
              <a:path w="12188952" h="110883">
                <a:moveTo>
                  <a:pt x="0" y="0"/>
                </a:moveTo>
                <a:lnTo>
                  <a:pt x="12188952" y="0"/>
                </a:lnTo>
                <a:lnTo>
                  <a:pt x="12188952" y="110883"/>
                </a:lnTo>
                <a:lnTo>
                  <a:pt x="0" y="110883"/>
                </a:lnTo>
                <a:close/>
              </a:path>
            </a:pathLst>
          </a:cu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
        <p:nvSpPr>
          <p:cNvPr id="9" name="Freeform: Shape 8" descr="Yellow-Blue MIS Identity bar">
            <a:extLst>
              <a:ext uri="{FF2B5EF4-FFF2-40B4-BE49-F238E27FC236}">
                <a16:creationId xmlns:a16="http://schemas.microsoft.com/office/drawing/2014/main" id="{8F894FDD-9A83-427B-BC04-F2563782A38F}"/>
              </a:ext>
              <a:ext uri="{C183D7F6-B498-43B3-948B-1728B52AA6E4}">
                <adec:decorative xmlns:adec="http://schemas.microsoft.com/office/drawing/2017/decorative" val="0"/>
              </a:ext>
            </a:extLst>
          </p:cNvPr>
          <p:cNvSpPr/>
          <p:nvPr userDrawn="1"/>
        </p:nvSpPr>
        <p:spPr bwMode="auto">
          <a:xfrm>
            <a:off x="3048" y="0"/>
            <a:ext cx="12188952" cy="110883"/>
          </a:xfrm>
          <a:custGeom>
            <a:avLst/>
            <a:gdLst>
              <a:gd name="connsiteX0" fmla="*/ 0 w 12188952"/>
              <a:gd name="connsiteY0" fmla="*/ 0 h 110883"/>
              <a:gd name="connsiteX1" fmla="*/ 12188952 w 12188952"/>
              <a:gd name="connsiteY1" fmla="*/ 0 h 110883"/>
              <a:gd name="connsiteX2" fmla="*/ 12188952 w 12188952"/>
              <a:gd name="connsiteY2" fmla="*/ 110883 h 110883"/>
              <a:gd name="connsiteX3" fmla="*/ 0 w 12188952"/>
              <a:gd name="connsiteY3" fmla="*/ 110883 h 110883"/>
            </a:gdLst>
            <a:ahLst/>
            <a:cxnLst>
              <a:cxn ang="0">
                <a:pos x="connsiteX0" y="connsiteY0"/>
              </a:cxn>
              <a:cxn ang="0">
                <a:pos x="connsiteX1" y="connsiteY1"/>
              </a:cxn>
              <a:cxn ang="0">
                <a:pos x="connsiteX2" y="connsiteY2"/>
              </a:cxn>
              <a:cxn ang="0">
                <a:pos x="connsiteX3" y="connsiteY3"/>
              </a:cxn>
            </a:cxnLst>
            <a:rect l="l" t="t" r="r" b="b"/>
            <a:pathLst>
              <a:path w="12188952" h="110883">
                <a:moveTo>
                  <a:pt x="0" y="0"/>
                </a:moveTo>
                <a:lnTo>
                  <a:pt x="12188952" y="0"/>
                </a:lnTo>
                <a:lnTo>
                  <a:pt x="12188952" y="110883"/>
                </a:lnTo>
                <a:lnTo>
                  <a:pt x="0" y="110883"/>
                </a:lnTo>
                <a:close/>
              </a:path>
            </a:pathLst>
          </a:cu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Tree>
    <p:extLst>
      <p:ext uri="{BB962C8B-B14F-4D97-AF65-F5344CB8AC3E}">
        <p14:creationId xmlns:p14="http://schemas.microsoft.com/office/powerpoint/2010/main" val="4150027558"/>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_Big Statement Yellow only">
    <p:bg>
      <p:bgPr>
        <a:solidFill>
          <a:schemeClr val="bg1"/>
        </a:solidFill>
        <a:effectLst/>
      </p:bgPr>
    </p:bg>
    <p:spTree>
      <p:nvGrpSpPr>
        <p:cNvPr id="1" name=""/>
        <p:cNvGrpSpPr/>
        <p:nvPr/>
      </p:nvGrpSpPr>
      <p:grpSpPr>
        <a:xfrm>
          <a:off x="0" y="0"/>
          <a:ext cx="0" cy="0"/>
          <a:chOff x="0" y="0"/>
          <a:chExt cx="0" cy="0"/>
        </a:xfrm>
      </p:grpSpPr>
      <p:sp>
        <p:nvSpPr>
          <p:cNvPr id="7" name="Picture Placeholder 6" descr="A &quot;placeholder&quot; for a picture. Drag or drop your photo here, or click and tap the center to insert a photo">
            <a:extLst>
              <a:ext uri="{FF2B5EF4-FFF2-40B4-BE49-F238E27FC236}">
                <a16:creationId xmlns:a16="http://schemas.microsoft.com/office/drawing/2014/main" id="{8FB4C488-0049-FC44-A073-594CB3573E7D}"/>
              </a:ext>
            </a:extLst>
          </p:cNvPr>
          <p:cNvSpPr>
            <a:spLocks noGrp="1"/>
          </p:cNvSpPr>
          <p:nvPr>
            <p:ph type="pic" sz="quarter" idx="10" hasCustomPrompt="1"/>
          </p:nvPr>
        </p:nvSpPr>
        <p:spPr>
          <a:xfrm>
            <a:off x="0" y="0"/>
            <a:ext cx="12192000" cy="6858000"/>
          </a:xfrm>
          <a:solidFill>
            <a:schemeClr val="bg1">
              <a:lumMod val="85000"/>
            </a:schemeClr>
          </a:solidFill>
        </p:spPr>
        <p:txBody>
          <a:bodyPr bIns="91440" anchor="b">
            <a:noAutofit/>
          </a:bodyPr>
          <a:lstStyle>
            <a:lvl1pPr marL="0" marR="0" indent="0" algn="ctr" defTabSz="932742" rtl="0" eaLnBrk="1" fontAlgn="auto" latinLnBrk="0" hangingPunct="1">
              <a:lnSpc>
                <a:spcPct val="100000"/>
              </a:lnSpc>
              <a:spcBef>
                <a:spcPct val="20000"/>
              </a:spcBef>
              <a:spcAft>
                <a:spcPts val="0"/>
              </a:spcAft>
              <a:buClrTx/>
              <a:buSzPct val="90000"/>
              <a:buFontTx/>
              <a:buNone/>
              <a:tabLst/>
              <a:defRPr/>
            </a:lvl1pPr>
          </a:lstStyle>
          <a:p>
            <a:pPr marL="0" marR="0" lvl="0" indent="0" algn="ctr" defTabSz="932742" rtl="0" eaLnBrk="1" fontAlgn="auto" latinLnBrk="0" hangingPunct="1">
              <a:lnSpc>
                <a:spcPct val="100000"/>
              </a:lnSpc>
              <a:spcBef>
                <a:spcPct val="20000"/>
              </a:spcBef>
              <a:spcAft>
                <a:spcPts val="0"/>
              </a:spcAft>
              <a:buClrTx/>
              <a:buSzPct val="90000"/>
              <a:buFontTx/>
              <a:buNone/>
              <a:tabLst/>
              <a:defRPr/>
            </a:pPr>
            <a:r>
              <a:rPr lang="en-US"/>
              <a:t>Click or drag title image photo here,</a:t>
            </a:r>
            <a:br>
              <a:rPr lang="en-US"/>
            </a:br>
            <a:r>
              <a:rPr lang="en-US"/>
              <a:t>then send to back</a:t>
            </a:r>
          </a:p>
        </p:txBody>
      </p:sp>
      <p:sp>
        <p:nvSpPr>
          <p:cNvPr id="2" name="Title 1">
            <a:extLst>
              <a:ext uri="{FF2B5EF4-FFF2-40B4-BE49-F238E27FC236}">
                <a16:creationId xmlns:a16="http://schemas.microsoft.com/office/drawing/2014/main" id="{A35F15E4-EAF0-1442-8BC9-542BB45A77DE}"/>
              </a:ext>
            </a:extLst>
          </p:cNvPr>
          <p:cNvSpPr>
            <a:spLocks noGrp="1"/>
          </p:cNvSpPr>
          <p:nvPr>
            <p:ph type="title"/>
          </p:nvPr>
        </p:nvSpPr>
        <p:spPr>
          <a:xfrm>
            <a:off x="1447800" y="2032000"/>
            <a:ext cx="9296400" cy="2794000"/>
          </a:xfrm>
        </p:spPr>
        <p:txBody>
          <a:bodyPr anchor="ctr">
            <a:noAutofit/>
          </a:bodyPr>
          <a:lstStyle>
            <a:lvl1pPr algn="ctr" defTabSz="932742" rtl="0" eaLnBrk="1" latinLnBrk="0" hangingPunct="1">
              <a:lnSpc>
                <a:spcPct val="100000"/>
              </a:lnSpc>
              <a:buNone/>
              <a:defRPr lang="en-US" sz="3400" b="0" kern="1200" cap="none" spc="-20" baseline="0" dirty="0" smtClean="0">
                <a:ln w="3175">
                  <a:noFill/>
                </a:ln>
                <a:solidFill>
                  <a:schemeClr val="bg1"/>
                </a:solidFill>
                <a:effectLst/>
                <a:latin typeface="+mj-lt"/>
                <a:ea typeface="+mn-ea"/>
                <a:cs typeface="SegoePro-Light"/>
              </a:defRPr>
            </a:lvl1pPr>
          </a:lstStyle>
          <a:p>
            <a:r>
              <a:rPr lang="en-US"/>
              <a:t>Click to edit Master title style</a:t>
            </a:r>
          </a:p>
        </p:txBody>
      </p:sp>
    </p:spTree>
    <p:extLst>
      <p:ext uri="{BB962C8B-B14F-4D97-AF65-F5344CB8AC3E}">
        <p14:creationId xmlns:p14="http://schemas.microsoft.com/office/powerpoint/2010/main" val="3093012335"/>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Speaker intro">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8C1A3-0B9F-4EFA-B3C5-559848F188FE}"/>
              </a:ext>
            </a:extLst>
          </p:cNvPr>
          <p:cNvSpPr>
            <a:spLocks noGrp="1"/>
          </p:cNvSpPr>
          <p:nvPr>
            <p:ph type="title"/>
          </p:nvPr>
        </p:nvSpPr>
        <p:spPr>
          <a:xfrm>
            <a:off x="385064" y="457200"/>
            <a:ext cx="4918774" cy="553998"/>
          </a:xfrm>
        </p:spPr>
        <p:txBody>
          <a:bodyPr/>
          <a:lstStyle/>
          <a:p>
            <a:r>
              <a:rPr lang="en-US"/>
              <a:t>Click to edit Master title style</a:t>
            </a:r>
          </a:p>
        </p:txBody>
      </p:sp>
      <p:sp>
        <p:nvSpPr>
          <p:cNvPr id="10" name="Text Placeholder 9">
            <a:extLst>
              <a:ext uri="{FF2B5EF4-FFF2-40B4-BE49-F238E27FC236}">
                <a16:creationId xmlns:a16="http://schemas.microsoft.com/office/drawing/2014/main" id="{A8E421BE-E139-D243-8336-8A8C46F7F743}"/>
              </a:ext>
            </a:extLst>
          </p:cNvPr>
          <p:cNvSpPr>
            <a:spLocks noGrp="1"/>
          </p:cNvSpPr>
          <p:nvPr>
            <p:ph type="body" sz="quarter" idx="11"/>
          </p:nvPr>
        </p:nvSpPr>
        <p:spPr>
          <a:xfrm>
            <a:off x="385064" y="3429000"/>
            <a:ext cx="4918774" cy="1862048"/>
          </a:xfrm>
        </p:spPr>
        <p:txBody>
          <a:bodyPr/>
          <a:lstStyle>
            <a:lvl1pPr marL="0" indent="0">
              <a:spcBef>
                <a:spcPts val="600"/>
              </a:spcBef>
              <a:spcAft>
                <a:spcPts val="600"/>
              </a:spcAft>
              <a:buFontTx/>
              <a:buNone/>
              <a:defRPr sz="2000"/>
            </a:lvl1pPr>
            <a:lvl2pPr marL="0" indent="-342900">
              <a:buFont typeface="Arial" panose="020B0604020202020204" pitchFamily="34" charset="0"/>
              <a:buChar char="•"/>
              <a:tabLst/>
              <a:defRPr sz="2000"/>
            </a:lvl2pPr>
            <a:lvl3pPr marL="457200" indent="0">
              <a:buFontTx/>
              <a:buNone/>
              <a:defRPr sz="2000"/>
            </a:lvl3pPr>
            <a:lvl4pPr marL="661988" indent="0">
              <a:buFontTx/>
              <a:buNone/>
              <a:defRPr sz="2000"/>
            </a:lvl4pPr>
            <a:lvl5pPr marL="855663" indent="0">
              <a:buFontTx/>
              <a:buNone/>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descr="A &quot;placeholder&quot; for a picture. Drag or drop your photo here, or click and tap the center to insert a photo">
            <a:extLst>
              <a:ext uri="{FF2B5EF4-FFF2-40B4-BE49-F238E27FC236}">
                <a16:creationId xmlns:a16="http://schemas.microsoft.com/office/drawing/2014/main" id="{350285C0-813F-A744-BFD3-CF358EAC839C}"/>
              </a:ext>
            </a:extLst>
          </p:cNvPr>
          <p:cNvSpPr>
            <a:spLocks noGrp="1"/>
          </p:cNvSpPr>
          <p:nvPr>
            <p:ph type="pic" sz="quarter" idx="10"/>
          </p:nvPr>
        </p:nvSpPr>
        <p:spPr>
          <a:xfrm>
            <a:off x="6096000" y="0"/>
            <a:ext cx="6096000" cy="6747118"/>
          </a:xfrm>
          <a:solidFill>
            <a:schemeClr val="bg1">
              <a:lumMod val="85000"/>
            </a:schemeClr>
          </a:solidFill>
        </p:spPr>
        <p:txBody>
          <a:bodyPr anchor="ctr">
            <a:noAutofit/>
          </a:bodyPr>
          <a:lstStyle>
            <a:lvl1pPr marL="0" indent="0" algn="ctr">
              <a:buNone/>
              <a:defRPr/>
            </a:lvl1pPr>
          </a:lstStyle>
          <a:p>
            <a:r>
              <a:rPr lang="en-US"/>
              <a:t>Click icon to add picture</a:t>
            </a:r>
          </a:p>
        </p:txBody>
      </p:sp>
      <p:sp>
        <p:nvSpPr>
          <p:cNvPr id="8" name="Freeform: Shape 7" descr="Yellow-Blue MIS Identity bar">
            <a:extLst>
              <a:ext uri="{FF2B5EF4-FFF2-40B4-BE49-F238E27FC236}">
                <a16:creationId xmlns:a16="http://schemas.microsoft.com/office/drawing/2014/main" id="{113A2270-2B7E-4B97-A7B8-FFACFC639763}"/>
              </a:ext>
              <a:ext uri="{C183D7F6-B498-43B3-948B-1728B52AA6E4}">
                <adec:decorative xmlns:adec="http://schemas.microsoft.com/office/drawing/2017/decorative" val="0"/>
              </a:ext>
            </a:extLst>
          </p:cNvPr>
          <p:cNvSpPr/>
          <p:nvPr userDrawn="1"/>
        </p:nvSpPr>
        <p:spPr bwMode="auto">
          <a:xfrm>
            <a:off x="0" y="6747118"/>
            <a:ext cx="12188952" cy="110883"/>
          </a:xfrm>
          <a:custGeom>
            <a:avLst/>
            <a:gdLst>
              <a:gd name="connsiteX0" fmla="*/ 0 w 12188952"/>
              <a:gd name="connsiteY0" fmla="*/ 0 h 110883"/>
              <a:gd name="connsiteX1" fmla="*/ 12188952 w 12188952"/>
              <a:gd name="connsiteY1" fmla="*/ 0 h 110883"/>
              <a:gd name="connsiteX2" fmla="*/ 12188952 w 12188952"/>
              <a:gd name="connsiteY2" fmla="*/ 110883 h 110883"/>
              <a:gd name="connsiteX3" fmla="*/ 0 w 12188952"/>
              <a:gd name="connsiteY3" fmla="*/ 110883 h 110883"/>
            </a:gdLst>
            <a:ahLst/>
            <a:cxnLst>
              <a:cxn ang="0">
                <a:pos x="connsiteX0" y="connsiteY0"/>
              </a:cxn>
              <a:cxn ang="0">
                <a:pos x="connsiteX1" y="connsiteY1"/>
              </a:cxn>
              <a:cxn ang="0">
                <a:pos x="connsiteX2" y="connsiteY2"/>
              </a:cxn>
              <a:cxn ang="0">
                <a:pos x="connsiteX3" y="connsiteY3"/>
              </a:cxn>
            </a:cxnLst>
            <a:rect l="l" t="t" r="r" b="b"/>
            <a:pathLst>
              <a:path w="12188952" h="110883">
                <a:moveTo>
                  <a:pt x="0" y="0"/>
                </a:moveTo>
                <a:lnTo>
                  <a:pt x="12188952" y="0"/>
                </a:lnTo>
                <a:lnTo>
                  <a:pt x="12188952" y="110883"/>
                </a:lnTo>
                <a:lnTo>
                  <a:pt x="0" y="110883"/>
                </a:lnTo>
                <a:close/>
              </a:path>
            </a:pathLst>
          </a:cu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Tree>
    <p:extLst>
      <p:ext uri="{BB962C8B-B14F-4D97-AF65-F5344CB8AC3E}">
        <p14:creationId xmlns:p14="http://schemas.microsoft.com/office/powerpoint/2010/main" val="22098582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9" pos="3341">
          <p15:clr>
            <a:srgbClr val="A4A3A4"/>
          </p15:clr>
        </p15:guide>
        <p15:guide id="28" orient="horz" pos="905">
          <p15:clr>
            <a:srgbClr val="5ACBF0"/>
          </p15:clr>
        </p15:guide>
        <p15:guide id="30" orient="horz" pos="288">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 Square Photo Right">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0215DCE-9F5F-4A2B-8B95-7A71B8538911}"/>
              </a:ext>
              <a:ext uri="{C183D7F6-B498-43B3-948B-1728B52AA6E4}">
                <adec:decorative xmlns:adec="http://schemas.microsoft.com/office/drawing/2017/decorative" val="1"/>
              </a:ext>
            </a:extLst>
          </p:cNvPr>
          <p:cNvSpPr/>
          <p:nvPr userDrawn="1"/>
        </p:nvSpPr>
        <p:spPr bwMode="auto">
          <a:xfrm>
            <a:off x="0" y="0"/>
            <a:ext cx="6092952" cy="6747118"/>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6" name="Title 1">
            <a:extLst>
              <a:ext uri="{FF2B5EF4-FFF2-40B4-BE49-F238E27FC236}">
                <a16:creationId xmlns:a16="http://schemas.microsoft.com/office/drawing/2014/main" id="{44B1F25D-69F5-D649-BBA0-613396C764AC}"/>
              </a:ext>
            </a:extLst>
          </p:cNvPr>
          <p:cNvSpPr>
            <a:spLocks noGrp="1"/>
          </p:cNvSpPr>
          <p:nvPr>
            <p:ph type="title" idx="4294967295"/>
          </p:nvPr>
        </p:nvSpPr>
        <p:spPr>
          <a:xfrm>
            <a:off x="380999" y="457200"/>
            <a:ext cx="5237375" cy="492443"/>
          </a:xfrm>
        </p:spPr>
        <p:txBody>
          <a:bodyPr/>
          <a:lstStyle>
            <a:lvl1pPr>
              <a:defRPr sz="3200">
                <a:solidFill>
                  <a:schemeClr val="tx1"/>
                </a:solidFill>
              </a:defRPr>
            </a:lvl1pPr>
          </a:lstStyle>
          <a:p>
            <a:r>
              <a:rPr lang="en-US"/>
              <a:t>Click to edit Master title style</a:t>
            </a:r>
          </a:p>
        </p:txBody>
      </p:sp>
      <p:sp>
        <p:nvSpPr>
          <p:cNvPr id="10" name="Text Placeholder 9">
            <a:extLst>
              <a:ext uri="{FF2B5EF4-FFF2-40B4-BE49-F238E27FC236}">
                <a16:creationId xmlns:a16="http://schemas.microsoft.com/office/drawing/2014/main" id="{A8E421BE-E139-D243-8336-8A8C46F7F743}"/>
              </a:ext>
            </a:extLst>
          </p:cNvPr>
          <p:cNvSpPr>
            <a:spLocks noGrp="1"/>
          </p:cNvSpPr>
          <p:nvPr>
            <p:ph type="body" sz="quarter" idx="11"/>
          </p:nvPr>
        </p:nvSpPr>
        <p:spPr>
          <a:xfrm>
            <a:off x="380999" y="1307724"/>
            <a:ext cx="5237375" cy="1785104"/>
          </a:xfrm>
        </p:spPr>
        <p:txBody>
          <a:bodyPr/>
          <a:lstStyle>
            <a:lvl1pPr marL="0" indent="0">
              <a:buFontTx/>
              <a:buNone/>
              <a:defRPr sz="2000">
                <a:solidFill>
                  <a:schemeClr val="tx1"/>
                </a:solidFill>
              </a:defRPr>
            </a:lvl1pPr>
            <a:lvl2pPr marL="0" indent="-342900">
              <a:buFont typeface="Arial" panose="020B0604020202020204" pitchFamily="34" charset="0"/>
              <a:buChar char="•"/>
              <a:tabLst/>
              <a:defRPr sz="2000">
                <a:solidFill>
                  <a:schemeClr val="tx1"/>
                </a:solidFill>
              </a:defRPr>
            </a:lvl2pPr>
            <a:lvl3pPr marL="457200" indent="0">
              <a:buFontTx/>
              <a:buNone/>
              <a:defRPr sz="2000">
                <a:solidFill>
                  <a:schemeClr val="tx1"/>
                </a:solidFill>
              </a:defRPr>
            </a:lvl3pPr>
            <a:lvl4pPr marL="661988" indent="0">
              <a:buFontTx/>
              <a:buNone/>
              <a:defRPr sz="2000">
                <a:solidFill>
                  <a:schemeClr val="tx1"/>
                </a:solidFill>
              </a:defRPr>
            </a:lvl4pPr>
            <a:lvl5pPr marL="855663" indent="0">
              <a:buFontTx/>
              <a:buNone/>
              <a:defRPr sz="2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descr="A &quot;placeholder&quot; for a picture. Drag or drop your photo here, or click and tap the center to insert a photo">
            <a:extLst>
              <a:ext uri="{FF2B5EF4-FFF2-40B4-BE49-F238E27FC236}">
                <a16:creationId xmlns:a16="http://schemas.microsoft.com/office/drawing/2014/main" id="{350285C0-813F-A744-BFD3-CF358EAC839C}"/>
              </a:ext>
            </a:extLst>
          </p:cNvPr>
          <p:cNvSpPr>
            <a:spLocks noGrp="1"/>
          </p:cNvSpPr>
          <p:nvPr>
            <p:ph type="pic" sz="quarter" idx="10"/>
          </p:nvPr>
        </p:nvSpPr>
        <p:spPr>
          <a:xfrm>
            <a:off x="6096000" y="0"/>
            <a:ext cx="6096000" cy="6747118"/>
          </a:xfrm>
          <a:solidFill>
            <a:schemeClr val="bg1">
              <a:lumMod val="85000"/>
            </a:schemeClr>
          </a:solidFill>
        </p:spPr>
        <p:txBody>
          <a:bodyPr/>
          <a:lstStyle/>
          <a:p>
            <a:r>
              <a:rPr lang="en-US"/>
              <a:t>Click icon to add picture</a:t>
            </a:r>
          </a:p>
        </p:txBody>
      </p:sp>
      <p:sp>
        <p:nvSpPr>
          <p:cNvPr id="7" name="Freeform: Shape 6" descr="Yellow-Blue MIS Identity bar">
            <a:extLst>
              <a:ext uri="{FF2B5EF4-FFF2-40B4-BE49-F238E27FC236}">
                <a16:creationId xmlns:a16="http://schemas.microsoft.com/office/drawing/2014/main" id="{63EA02ED-7F80-4F0B-8C24-495965CB6BCB}"/>
              </a:ext>
              <a:ext uri="{C183D7F6-B498-43B3-948B-1728B52AA6E4}">
                <adec:decorative xmlns:adec="http://schemas.microsoft.com/office/drawing/2017/decorative" val="0"/>
              </a:ext>
            </a:extLst>
          </p:cNvPr>
          <p:cNvSpPr/>
          <p:nvPr userDrawn="1"/>
        </p:nvSpPr>
        <p:spPr bwMode="auto">
          <a:xfrm>
            <a:off x="0" y="6747118"/>
            <a:ext cx="12188952" cy="110883"/>
          </a:xfrm>
          <a:custGeom>
            <a:avLst/>
            <a:gdLst>
              <a:gd name="connsiteX0" fmla="*/ 0 w 12188952"/>
              <a:gd name="connsiteY0" fmla="*/ 0 h 110883"/>
              <a:gd name="connsiteX1" fmla="*/ 12188952 w 12188952"/>
              <a:gd name="connsiteY1" fmla="*/ 0 h 110883"/>
              <a:gd name="connsiteX2" fmla="*/ 12188952 w 12188952"/>
              <a:gd name="connsiteY2" fmla="*/ 110883 h 110883"/>
              <a:gd name="connsiteX3" fmla="*/ 0 w 12188952"/>
              <a:gd name="connsiteY3" fmla="*/ 110883 h 110883"/>
            </a:gdLst>
            <a:ahLst/>
            <a:cxnLst>
              <a:cxn ang="0">
                <a:pos x="connsiteX0" y="connsiteY0"/>
              </a:cxn>
              <a:cxn ang="0">
                <a:pos x="connsiteX1" y="connsiteY1"/>
              </a:cxn>
              <a:cxn ang="0">
                <a:pos x="connsiteX2" y="connsiteY2"/>
              </a:cxn>
              <a:cxn ang="0">
                <a:pos x="connsiteX3" y="connsiteY3"/>
              </a:cxn>
            </a:cxnLst>
            <a:rect l="l" t="t" r="r" b="b"/>
            <a:pathLst>
              <a:path w="12188952" h="110883">
                <a:moveTo>
                  <a:pt x="0" y="0"/>
                </a:moveTo>
                <a:lnTo>
                  <a:pt x="12188952" y="0"/>
                </a:lnTo>
                <a:lnTo>
                  <a:pt x="12188952" y="110883"/>
                </a:lnTo>
                <a:lnTo>
                  <a:pt x="0" y="110883"/>
                </a:lnTo>
                <a:close/>
              </a:path>
            </a:pathLst>
          </a:cu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Tree>
    <p:extLst>
      <p:ext uri="{BB962C8B-B14F-4D97-AF65-F5344CB8AC3E}">
        <p14:creationId xmlns:p14="http://schemas.microsoft.com/office/powerpoint/2010/main" val="214507482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9" pos="3336">
          <p15:clr>
            <a:srgbClr val="A4A3A4"/>
          </p15:clr>
        </p15:guide>
        <p15:guide id="28" orient="horz" pos="905">
          <p15:clr>
            <a:srgbClr val="5ACBF0"/>
          </p15:clr>
        </p15:guide>
        <p15:guide id="30" orient="horz" pos="288">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Title - Square Photo Right">
    <p:bg>
      <p:bgPr>
        <a:solidFill>
          <a:srgbClr val="FFFFFF"/>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EFC379B9-AB5C-D244-B9B5-98004D25E6C1}"/>
              </a:ext>
            </a:extLst>
          </p:cNvPr>
          <p:cNvSpPr>
            <a:spLocks noGrp="1"/>
          </p:cNvSpPr>
          <p:nvPr>
            <p:ph type="title" idx="4294967295"/>
          </p:nvPr>
        </p:nvSpPr>
        <p:spPr>
          <a:xfrm>
            <a:off x="6512350" y="457200"/>
            <a:ext cx="5298649" cy="979488"/>
          </a:xfrm>
        </p:spPr>
        <p:txBody>
          <a:bodyPr/>
          <a:lstStyle/>
          <a:p>
            <a:r>
              <a:rPr lang="en-US"/>
              <a:t>Click to edit Master title style</a:t>
            </a:r>
          </a:p>
        </p:txBody>
      </p:sp>
      <p:sp>
        <p:nvSpPr>
          <p:cNvPr id="4" name="Picture Placeholder 3" descr="A &quot;placeholder&quot; for a picture. Drag or drop your photo here, or click and tap the center to insert a photo">
            <a:extLst>
              <a:ext uri="{FF2B5EF4-FFF2-40B4-BE49-F238E27FC236}">
                <a16:creationId xmlns:a16="http://schemas.microsoft.com/office/drawing/2014/main" id="{350285C0-813F-A744-BFD3-CF358EAC839C}"/>
              </a:ext>
            </a:extLst>
          </p:cNvPr>
          <p:cNvSpPr>
            <a:spLocks noGrp="1"/>
          </p:cNvSpPr>
          <p:nvPr>
            <p:ph type="pic" sz="quarter" idx="10"/>
          </p:nvPr>
        </p:nvSpPr>
        <p:spPr>
          <a:xfrm>
            <a:off x="0" y="-20783"/>
            <a:ext cx="6096001" cy="6767901"/>
          </a:xfrm>
          <a:solidFill>
            <a:schemeClr val="bg1">
              <a:lumMod val="85000"/>
            </a:schemeClr>
          </a:solidFill>
        </p:spPr>
        <p:txBody>
          <a:bodyPr anchor="ctr">
            <a:noAutofit/>
          </a:bodyPr>
          <a:lstStyle>
            <a:lvl1pPr marL="0" indent="0" algn="ctr">
              <a:buFontTx/>
              <a:buNone/>
              <a:defRPr/>
            </a:lvl1pPr>
          </a:lstStyle>
          <a:p>
            <a:r>
              <a:rPr lang="en-US"/>
              <a:t>Click icon to add picture</a:t>
            </a:r>
          </a:p>
        </p:txBody>
      </p:sp>
      <p:sp>
        <p:nvSpPr>
          <p:cNvPr id="8" name="Text Placeholder 9">
            <a:extLst>
              <a:ext uri="{FF2B5EF4-FFF2-40B4-BE49-F238E27FC236}">
                <a16:creationId xmlns:a16="http://schemas.microsoft.com/office/drawing/2014/main" id="{011117EC-FF5C-8E4F-84AE-4C4321D0281A}"/>
              </a:ext>
            </a:extLst>
          </p:cNvPr>
          <p:cNvSpPr>
            <a:spLocks noGrp="1"/>
          </p:cNvSpPr>
          <p:nvPr>
            <p:ph type="body" sz="quarter" idx="11"/>
          </p:nvPr>
        </p:nvSpPr>
        <p:spPr>
          <a:xfrm>
            <a:off x="6512350" y="1625224"/>
            <a:ext cx="5298649" cy="1963614"/>
          </a:xfrm>
        </p:spPr>
        <p:txBody>
          <a:bodyPr/>
          <a:lstStyle>
            <a:lvl1pPr marL="0" indent="0">
              <a:buFontTx/>
              <a:buNone/>
              <a:defRPr sz="2200"/>
            </a:lvl1pPr>
            <a:lvl2pPr marL="0" indent="-342900">
              <a:buFont typeface="Arial" panose="020B0604020202020204" pitchFamily="34" charset="0"/>
              <a:buChar char="•"/>
              <a:tabLst/>
              <a:defRPr sz="2200"/>
            </a:lvl2pPr>
            <a:lvl3pPr marL="457200" indent="0">
              <a:buFontTx/>
              <a:buNone/>
              <a:defRPr sz="2200"/>
            </a:lvl3pPr>
            <a:lvl4pPr marL="661988" indent="0">
              <a:buFontTx/>
              <a:buNone/>
              <a:defRPr sz="2200"/>
            </a:lvl4pPr>
            <a:lvl5pPr marL="855663" indent="0">
              <a:buFontTx/>
              <a:buNone/>
              <a:defRPr sz="2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reeform: Shape 5" descr="Yellow-Blue MIS Identity bar">
            <a:extLst>
              <a:ext uri="{FF2B5EF4-FFF2-40B4-BE49-F238E27FC236}">
                <a16:creationId xmlns:a16="http://schemas.microsoft.com/office/drawing/2014/main" id="{79924E62-63B1-4352-B08A-1A4CDEB54729}"/>
              </a:ext>
              <a:ext uri="{C183D7F6-B498-43B3-948B-1728B52AA6E4}">
                <adec:decorative xmlns:adec="http://schemas.microsoft.com/office/drawing/2017/decorative" val="0"/>
              </a:ext>
            </a:extLst>
          </p:cNvPr>
          <p:cNvSpPr/>
          <p:nvPr userDrawn="1"/>
        </p:nvSpPr>
        <p:spPr bwMode="auto">
          <a:xfrm>
            <a:off x="0" y="6747118"/>
            <a:ext cx="12188952" cy="110883"/>
          </a:xfrm>
          <a:custGeom>
            <a:avLst/>
            <a:gdLst>
              <a:gd name="connsiteX0" fmla="*/ 0 w 12188952"/>
              <a:gd name="connsiteY0" fmla="*/ 0 h 110883"/>
              <a:gd name="connsiteX1" fmla="*/ 12188952 w 12188952"/>
              <a:gd name="connsiteY1" fmla="*/ 0 h 110883"/>
              <a:gd name="connsiteX2" fmla="*/ 12188952 w 12188952"/>
              <a:gd name="connsiteY2" fmla="*/ 110883 h 110883"/>
              <a:gd name="connsiteX3" fmla="*/ 0 w 12188952"/>
              <a:gd name="connsiteY3" fmla="*/ 110883 h 110883"/>
            </a:gdLst>
            <a:ahLst/>
            <a:cxnLst>
              <a:cxn ang="0">
                <a:pos x="connsiteX0" y="connsiteY0"/>
              </a:cxn>
              <a:cxn ang="0">
                <a:pos x="connsiteX1" y="connsiteY1"/>
              </a:cxn>
              <a:cxn ang="0">
                <a:pos x="connsiteX2" y="connsiteY2"/>
              </a:cxn>
              <a:cxn ang="0">
                <a:pos x="connsiteX3" y="connsiteY3"/>
              </a:cxn>
            </a:cxnLst>
            <a:rect l="l" t="t" r="r" b="b"/>
            <a:pathLst>
              <a:path w="12188952" h="110883">
                <a:moveTo>
                  <a:pt x="0" y="0"/>
                </a:moveTo>
                <a:lnTo>
                  <a:pt x="12188952" y="0"/>
                </a:lnTo>
                <a:lnTo>
                  <a:pt x="12188952" y="110883"/>
                </a:lnTo>
                <a:lnTo>
                  <a:pt x="0" y="110883"/>
                </a:lnTo>
                <a:close/>
              </a:path>
            </a:pathLst>
          </a:cu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Tree>
    <p:extLst>
      <p:ext uri="{BB962C8B-B14F-4D97-AF65-F5344CB8AC3E}">
        <p14:creationId xmlns:p14="http://schemas.microsoft.com/office/powerpoint/2010/main" val="383445954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9" pos="3341">
          <p15:clr>
            <a:srgbClr val="A4A3A4"/>
          </p15:clr>
        </p15:guide>
        <p15:guide id="28" orient="horz" pos="905">
          <p15:clr>
            <a:srgbClr val="5ACBF0"/>
          </p15:clr>
        </p15:guide>
        <p15:guide id="30" orient="horz" pos="288">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Full page photo">
    <p:bg>
      <p:bgPr>
        <a:solidFill>
          <a:schemeClr val="bg1">
            <a:lumMod val="85000"/>
          </a:schemeClr>
        </a:solidFill>
        <a:effectLst/>
      </p:bgPr>
    </p:bg>
    <p:spTree>
      <p:nvGrpSpPr>
        <p:cNvPr id="1" name=""/>
        <p:cNvGrpSpPr/>
        <p:nvPr/>
      </p:nvGrpSpPr>
      <p:grpSpPr>
        <a:xfrm>
          <a:off x="0" y="0"/>
          <a:ext cx="0" cy="0"/>
          <a:chOff x="0" y="0"/>
          <a:chExt cx="0" cy="0"/>
        </a:xfrm>
      </p:grpSpPr>
      <p:sp>
        <p:nvSpPr>
          <p:cNvPr id="7" name="Picture Placeholder 6" descr="A &quot;placeholder&quot; for a picture. Drag or drop your photo here, or click and tap the center to insert a photo">
            <a:extLst>
              <a:ext uri="{FF2B5EF4-FFF2-40B4-BE49-F238E27FC236}">
                <a16:creationId xmlns:a16="http://schemas.microsoft.com/office/drawing/2014/main" id="{8FB4C488-0049-FC44-A073-594CB3573E7D}"/>
              </a:ext>
            </a:extLst>
          </p:cNvPr>
          <p:cNvSpPr>
            <a:spLocks noGrp="1"/>
          </p:cNvSpPr>
          <p:nvPr>
            <p:ph type="pic" sz="quarter" idx="10" hasCustomPrompt="1"/>
          </p:nvPr>
        </p:nvSpPr>
        <p:spPr>
          <a:xfrm>
            <a:off x="0" y="0"/>
            <a:ext cx="12188952" cy="6747118"/>
          </a:xfrm>
          <a:solidFill>
            <a:schemeClr val="bg1">
              <a:lumMod val="85000"/>
            </a:schemeClr>
          </a:solidFill>
        </p:spPr>
        <p:txBody>
          <a:bodyPr bIns="91440" anchor="b">
            <a:noAutofit/>
          </a:bodyPr>
          <a:lstStyle>
            <a:lvl1pPr marL="0" marR="0" indent="0" algn="ctr" defTabSz="932742" rtl="0" eaLnBrk="1" fontAlgn="auto" latinLnBrk="0" hangingPunct="1">
              <a:lnSpc>
                <a:spcPct val="100000"/>
              </a:lnSpc>
              <a:spcBef>
                <a:spcPct val="20000"/>
              </a:spcBef>
              <a:spcAft>
                <a:spcPts val="0"/>
              </a:spcAft>
              <a:buClrTx/>
              <a:buSzPct val="90000"/>
              <a:buFontTx/>
              <a:buNone/>
              <a:tabLst/>
              <a:defRPr/>
            </a:lvl1pPr>
          </a:lstStyle>
          <a:p>
            <a:pPr marL="0" marR="0" lvl="0" indent="0" algn="ctr" defTabSz="932742" rtl="0" eaLnBrk="1" fontAlgn="auto" latinLnBrk="0" hangingPunct="1">
              <a:lnSpc>
                <a:spcPct val="100000"/>
              </a:lnSpc>
              <a:spcBef>
                <a:spcPct val="20000"/>
              </a:spcBef>
              <a:spcAft>
                <a:spcPts val="0"/>
              </a:spcAft>
              <a:buClrTx/>
              <a:buSzPct val="90000"/>
              <a:buFontTx/>
              <a:buNone/>
              <a:tabLst/>
              <a:defRPr/>
            </a:pPr>
            <a:r>
              <a:rPr lang="en-US"/>
              <a:t>Click or drag title image photo here,</a:t>
            </a:r>
            <a:br>
              <a:rPr lang="en-US"/>
            </a:br>
            <a:r>
              <a:rPr lang="en-US"/>
              <a:t>then send to back</a:t>
            </a:r>
          </a:p>
        </p:txBody>
      </p:sp>
      <p:sp>
        <p:nvSpPr>
          <p:cNvPr id="5" name="Freeform: Shape 4" descr="Yellow-Blue MIS Identity bar">
            <a:extLst>
              <a:ext uri="{FF2B5EF4-FFF2-40B4-BE49-F238E27FC236}">
                <a16:creationId xmlns:a16="http://schemas.microsoft.com/office/drawing/2014/main" id="{A03F4130-1EF2-4ED5-9852-48976F6B76E1}"/>
              </a:ext>
              <a:ext uri="{C183D7F6-B498-43B3-948B-1728B52AA6E4}">
                <adec:decorative xmlns:adec="http://schemas.microsoft.com/office/drawing/2017/decorative" val="0"/>
              </a:ext>
            </a:extLst>
          </p:cNvPr>
          <p:cNvSpPr/>
          <p:nvPr userDrawn="1"/>
        </p:nvSpPr>
        <p:spPr bwMode="auto">
          <a:xfrm>
            <a:off x="0" y="6747118"/>
            <a:ext cx="12188952" cy="110883"/>
          </a:xfrm>
          <a:custGeom>
            <a:avLst/>
            <a:gdLst>
              <a:gd name="connsiteX0" fmla="*/ 0 w 12188952"/>
              <a:gd name="connsiteY0" fmla="*/ 0 h 110883"/>
              <a:gd name="connsiteX1" fmla="*/ 12188952 w 12188952"/>
              <a:gd name="connsiteY1" fmla="*/ 0 h 110883"/>
              <a:gd name="connsiteX2" fmla="*/ 12188952 w 12188952"/>
              <a:gd name="connsiteY2" fmla="*/ 110883 h 110883"/>
              <a:gd name="connsiteX3" fmla="*/ 0 w 12188952"/>
              <a:gd name="connsiteY3" fmla="*/ 110883 h 110883"/>
            </a:gdLst>
            <a:ahLst/>
            <a:cxnLst>
              <a:cxn ang="0">
                <a:pos x="connsiteX0" y="connsiteY0"/>
              </a:cxn>
              <a:cxn ang="0">
                <a:pos x="connsiteX1" y="connsiteY1"/>
              </a:cxn>
              <a:cxn ang="0">
                <a:pos x="connsiteX2" y="connsiteY2"/>
              </a:cxn>
              <a:cxn ang="0">
                <a:pos x="connsiteX3" y="connsiteY3"/>
              </a:cxn>
            </a:cxnLst>
            <a:rect l="l" t="t" r="r" b="b"/>
            <a:pathLst>
              <a:path w="12188952" h="110883">
                <a:moveTo>
                  <a:pt x="0" y="0"/>
                </a:moveTo>
                <a:lnTo>
                  <a:pt x="12188952" y="0"/>
                </a:lnTo>
                <a:lnTo>
                  <a:pt x="12188952" y="110883"/>
                </a:lnTo>
                <a:lnTo>
                  <a:pt x="0" y="110883"/>
                </a:lnTo>
                <a:close/>
              </a:path>
            </a:pathLst>
          </a:cu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Tree>
    <p:extLst>
      <p:ext uri="{BB962C8B-B14F-4D97-AF65-F5344CB8AC3E}">
        <p14:creationId xmlns:p14="http://schemas.microsoft.com/office/powerpoint/2010/main" val="3405695458"/>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Full page photo">
    <p:bg>
      <p:bgPr>
        <a:solidFill>
          <a:srgbClr val="FFFFFF"/>
        </a:solidFill>
        <a:effectLst/>
      </p:bgPr>
    </p:bg>
    <p:spTree>
      <p:nvGrpSpPr>
        <p:cNvPr id="1" name=""/>
        <p:cNvGrpSpPr/>
        <p:nvPr/>
      </p:nvGrpSpPr>
      <p:grpSpPr>
        <a:xfrm>
          <a:off x="0" y="0"/>
          <a:ext cx="0" cy="0"/>
          <a:chOff x="0" y="0"/>
          <a:chExt cx="0" cy="0"/>
        </a:xfrm>
      </p:grpSpPr>
      <p:sp>
        <p:nvSpPr>
          <p:cNvPr id="7" name="Picture Placeholder 6" descr="A &quot;placeholder&quot; for a picture. Drag or drop your photo here, or click and tap the center to insert a photo">
            <a:extLst>
              <a:ext uri="{FF2B5EF4-FFF2-40B4-BE49-F238E27FC236}">
                <a16:creationId xmlns:a16="http://schemas.microsoft.com/office/drawing/2014/main" id="{8FB4C488-0049-FC44-A073-594CB3573E7D}"/>
              </a:ext>
            </a:extLst>
          </p:cNvPr>
          <p:cNvSpPr>
            <a:spLocks noGrp="1"/>
          </p:cNvSpPr>
          <p:nvPr>
            <p:ph type="pic" sz="quarter" idx="10" hasCustomPrompt="1"/>
          </p:nvPr>
        </p:nvSpPr>
        <p:spPr>
          <a:xfrm>
            <a:off x="0" y="0"/>
            <a:ext cx="12188952" cy="6858000"/>
          </a:xfrm>
          <a:solidFill>
            <a:schemeClr val="bg1">
              <a:lumMod val="85000"/>
            </a:schemeClr>
          </a:solidFill>
        </p:spPr>
        <p:txBody>
          <a:bodyPr bIns="91440" anchor="b">
            <a:noAutofit/>
          </a:bodyPr>
          <a:lstStyle>
            <a:lvl1pPr marL="0" marR="0" indent="0" algn="ctr" defTabSz="932742" rtl="0" eaLnBrk="1" fontAlgn="auto" latinLnBrk="0" hangingPunct="1">
              <a:lnSpc>
                <a:spcPct val="100000"/>
              </a:lnSpc>
              <a:spcBef>
                <a:spcPct val="20000"/>
              </a:spcBef>
              <a:spcAft>
                <a:spcPts val="0"/>
              </a:spcAft>
              <a:buClrTx/>
              <a:buSzPct val="90000"/>
              <a:buFontTx/>
              <a:buNone/>
              <a:tabLst/>
              <a:defRPr/>
            </a:lvl1pPr>
          </a:lstStyle>
          <a:p>
            <a:pPr marL="0" marR="0" lvl="0" indent="0" algn="ctr" defTabSz="932742" rtl="0" eaLnBrk="1" fontAlgn="auto" latinLnBrk="0" hangingPunct="1">
              <a:lnSpc>
                <a:spcPct val="100000"/>
              </a:lnSpc>
              <a:spcBef>
                <a:spcPct val="20000"/>
              </a:spcBef>
              <a:spcAft>
                <a:spcPts val="0"/>
              </a:spcAft>
              <a:buClrTx/>
              <a:buSzPct val="90000"/>
              <a:buFontTx/>
              <a:buNone/>
              <a:tabLst/>
              <a:defRPr/>
            </a:pPr>
            <a:r>
              <a:rPr lang="en-US"/>
              <a:t>Click or drag title image photo here,</a:t>
            </a:r>
            <a:br>
              <a:rPr lang="en-US"/>
            </a:br>
            <a:r>
              <a:rPr lang="en-US"/>
              <a:t>then send to back</a:t>
            </a:r>
          </a:p>
        </p:txBody>
      </p:sp>
    </p:spTree>
    <p:extLst>
      <p:ext uri="{BB962C8B-B14F-4D97-AF65-F5344CB8AC3E}">
        <p14:creationId xmlns:p14="http://schemas.microsoft.com/office/powerpoint/2010/main" val="2963227991"/>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Quote slide 1b">
    <p:bg>
      <p:bgPr>
        <a:solidFill>
          <a:schemeClr val="tx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0062EFB-D91D-46D0-AE23-1776ED5DF102}"/>
              </a:ext>
              <a:ext uri="{C183D7F6-B498-43B3-948B-1728B52AA6E4}">
                <adec:decorative xmlns:adec="http://schemas.microsoft.com/office/drawing/2017/decorative" val="1"/>
              </a:ext>
            </a:extLst>
          </p:cNvPr>
          <p:cNvSpPr/>
          <p:nvPr userDrawn="1"/>
        </p:nvSpPr>
        <p:spPr bwMode="auto">
          <a:xfrm>
            <a:off x="228600" y="228600"/>
            <a:ext cx="11734800" cy="6400800"/>
          </a:xfrm>
          <a:prstGeom prst="rect">
            <a:avLst/>
          </a:prstGeom>
          <a:solidFill>
            <a:schemeClr val="tx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6" name="Rectangle 5" descr="Yellow-Blue MIS Identity bar">
            <a:extLst>
              <a:ext uri="{FF2B5EF4-FFF2-40B4-BE49-F238E27FC236}">
                <a16:creationId xmlns:a16="http://schemas.microsoft.com/office/drawing/2014/main" id="{86CFD38A-74AF-4610-87E1-A4E2D8B34C34}"/>
              </a:ext>
              <a:ext uri="{C183D7F6-B498-43B3-948B-1728B52AA6E4}">
                <adec:decorative xmlns:adec="http://schemas.microsoft.com/office/drawing/2017/decorative" val="0"/>
              </a:ext>
            </a:extLst>
          </p:cNvPr>
          <p:cNvSpPr/>
          <p:nvPr userDrawn="1"/>
        </p:nvSpPr>
        <p:spPr bwMode="auto">
          <a:xfrm>
            <a:off x="1447800" y="1847850"/>
            <a:ext cx="3390900" cy="148368"/>
          </a:xfrm>
          <a:prstGeom prst="rect">
            <a:avLst/>
          </a:pr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
        <p:nvSpPr>
          <p:cNvPr id="10" name="Title 1">
            <a:extLst>
              <a:ext uri="{FF2B5EF4-FFF2-40B4-BE49-F238E27FC236}">
                <a16:creationId xmlns:a16="http://schemas.microsoft.com/office/drawing/2014/main" id="{4B9A47D2-7C06-3E47-802E-BD98760204B1}"/>
              </a:ext>
            </a:extLst>
          </p:cNvPr>
          <p:cNvSpPr>
            <a:spLocks noGrp="1"/>
          </p:cNvSpPr>
          <p:nvPr>
            <p:ph type="title" hasCustomPrompt="1"/>
          </p:nvPr>
        </p:nvSpPr>
        <p:spPr>
          <a:xfrm>
            <a:off x="1447800" y="2178050"/>
            <a:ext cx="9296400" cy="1661993"/>
          </a:xfrm>
        </p:spPr>
        <p:txBody>
          <a:bodyPr anchor="b"/>
          <a:lstStyle>
            <a:lvl1pPr>
              <a:defRPr>
                <a:solidFill>
                  <a:schemeClr val="bg1"/>
                </a:solidFill>
              </a:defRPr>
            </a:lvl1pPr>
          </a:lstStyle>
          <a:p>
            <a:r>
              <a:rPr lang="en-US"/>
              <a:t>Add quote text here Add quote text here Add quote text here Add quote text here Add quote text here</a:t>
            </a:r>
          </a:p>
        </p:txBody>
      </p:sp>
      <p:sp>
        <p:nvSpPr>
          <p:cNvPr id="8" name="Text Placeholder 3">
            <a:extLst>
              <a:ext uri="{FF2B5EF4-FFF2-40B4-BE49-F238E27FC236}">
                <a16:creationId xmlns:a16="http://schemas.microsoft.com/office/drawing/2014/main" id="{DD89A49A-58E0-6646-8574-0B0729961CFB}"/>
              </a:ext>
            </a:extLst>
          </p:cNvPr>
          <p:cNvSpPr>
            <a:spLocks noGrp="1"/>
          </p:cNvSpPr>
          <p:nvPr>
            <p:ph type="body" sz="quarter" idx="18" hasCustomPrompt="1"/>
          </p:nvPr>
        </p:nvSpPr>
        <p:spPr>
          <a:xfrm>
            <a:off x="1447801" y="3931893"/>
            <a:ext cx="5916266" cy="276999"/>
          </a:xfrm>
        </p:spPr>
        <p:txBody>
          <a:bodyPr/>
          <a:lstStyle>
            <a:lvl1pPr marL="0" indent="0" algn="l">
              <a:spcBef>
                <a:spcPts val="0"/>
              </a:spcBef>
              <a:buNone/>
              <a:defRPr sz="1800">
                <a:solidFill>
                  <a:schemeClr val="bg1"/>
                </a:solidFill>
                <a:latin typeface="+mj-lt"/>
              </a:defRPr>
            </a:lvl1pPr>
          </a:lstStyle>
          <a:p>
            <a:pPr lvl="0"/>
            <a:r>
              <a:rPr lang="en-US"/>
              <a:t>Name attribute</a:t>
            </a:r>
          </a:p>
        </p:txBody>
      </p:sp>
      <p:sp>
        <p:nvSpPr>
          <p:cNvPr id="9" name="Text Placeholder 3">
            <a:extLst>
              <a:ext uri="{FF2B5EF4-FFF2-40B4-BE49-F238E27FC236}">
                <a16:creationId xmlns:a16="http://schemas.microsoft.com/office/drawing/2014/main" id="{53C890AF-C449-E34D-86FC-4BE82A41ED0D}"/>
              </a:ext>
            </a:extLst>
          </p:cNvPr>
          <p:cNvSpPr>
            <a:spLocks noGrp="1"/>
          </p:cNvSpPr>
          <p:nvPr>
            <p:ph type="body" sz="quarter" idx="20" hasCustomPrompt="1"/>
          </p:nvPr>
        </p:nvSpPr>
        <p:spPr>
          <a:xfrm>
            <a:off x="1447801" y="4229472"/>
            <a:ext cx="5916266" cy="215444"/>
          </a:xfrm>
        </p:spPr>
        <p:txBody>
          <a:bodyPr/>
          <a:lstStyle>
            <a:lvl1pPr marL="0" indent="0" algn="l">
              <a:spcBef>
                <a:spcPts val="0"/>
              </a:spcBef>
              <a:buNone/>
              <a:defRPr sz="1400">
                <a:solidFill>
                  <a:schemeClr val="bg1"/>
                </a:solidFill>
                <a:latin typeface="+mn-lt"/>
              </a:defRPr>
            </a:lvl1pPr>
          </a:lstStyle>
          <a:p>
            <a:pPr lvl="0"/>
            <a:r>
              <a:rPr lang="en-US"/>
              <a:t>Job title or another attribute</a:t>
            </a:r>
          </a:p>
        </p:txBody>
      </p:sp>
    </p:spTree>
    <p:extLst>
      <p:ext uri="{BB962C8B-B14F-4D97-AF65-F5344CB8AC3E}">
        <p14:creationId xmlns:p14="http://schemas.microsoft.com/office/powerpoint/2010/main" val="265285257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3" orient="horz" pos="366">
          <p15:clr>
            <a:srgbClr val="F26B43"/>
          </p15:clr>
        </p15:guide>
        <p15:guide id="5" orient="horz" pos="3951">
          <p15:clr>
            <a:srgbClr val="F26B43"/>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Quote slide 2b">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CBDD737-A1E4-457C-BA79-65E253E5D02F}"/>
              </a:ext>
              <a:ext uri="{C183D7F6-B498-43B3-948B-1728B52AA6E4}">
                <adec:decorative xmlns:adec="http://schemas.microsoft.com/office/drawing/2017/decorative" val="1"/>
              </a:ext>
            </a:extLst>
          </p:cNvPr>
          <p:cNvSpPr/>
          <p:nvPr userDrawn="1"/>
        </p:nvSpPr>
        <p:spPr bwMode="auto">
          <a:xfrm>
            <a:off x="228600" y="228600"/>
            <a:ext cx="11734800" cy="640080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2" name="Freeform: Shape 11" descr="A graphic of open inverted commas">
            <a:extLst>
              <a:ext uri="{FF2B5EF4-FFF2-40B4-BE49-F238E27FC236}">
                <a16:creationId xmlns:a16="http://schemas.microsoft.com/office/drawing/2014/main" id="{2E062A25-13F5-4822-BA36-ED01A4312FE5}"/>
              </a:ext>
            </a:extLst>
          </p:cNvPr>
          <p:cNvSpPr/>
          <p:nvPr/>
        </p:nvSpPr>
        <p:spPr>
          <a:xfrm flipH="1" flipV="1">
            <a:off x="1163638" y="1390286"/>
            <a:ext cx="778756" cy="553999"/>
          </a:xfrm>
          <a:custGeom>
            <a:avLst/>
            <a:gdLst>
              <a:gd name="connsiteX0" fmla="*/ 723900 w 952500"/>
              <a:gd name="connsiteY0" fmla="*/ 0 h 677599"/>
              <a:gd name="connsiteX1" fmla="*/ 942194 w 952500"/>
              <a:gd name="connsiteY1" fmla="*/ 160525 h 677599"/>
              <a:gd name="connsiteX2" fmla="*/ 952500 w 952500"/>
              <a:gd name="connsiteY2" fmla="*/ 228600 h 677599"/>
              <a:gd name="connsiteX3" fmla="*/ 952224 w 952500"/>
              <a:gd name="connsiteY3" fmla="*/ 240182 h 677599"/>
              <a:gd name="connsiteX4" fmla="*/ 952500 w 952500"/>
              <a:gd name="connsiteY4" fmla="*/ 255337 h 677599"/>
              <a:gd name="connsiteX5" fmla="*/ 563128 w 952500"/>
              <a:gd name="connsiteY5" fmla="*/ 677599 h 677599"/>
              <a:gd name="connsiteX6" fmla="*/ 708908 w 952500"/>
              <a:gd name="connsiteY6" fmla="*/ 456705 h 677599"/>
              <a:gd name="connsiteX7" fmla="*/ 495300 w 952500"/>
              <a:gd name="connsiteY7" fmla="*/ 228600 h 677599"/>
              <a:gd name="connsiteX8" fmla="*/ 599704 w 952500"/>
              <a:gd name="connsiteY8" fmla="*/ 36671 h 677599"/>
              <a:gd name="connsiteX9" fmla="*/ 723900 w 952500"/>
              <a:gd name="connsiteY9" fmla="*/ 0 h 677599"/>
              <a:gd name="connsiteX10" fmla="*/ 228600 w 952500"/>
              <a:gd name="connsiteY10" fmla="*/ 0 h 677599"/>
              <a:gd name="connsiteX11" fmla="*/ 446894 w 952500"/>
              <a:gd name="connsiteY11" fmla="*/ 160525 h 677599"/>
              <a:gd name="connsiteX12" fmla="*/ 457200 w 952500"/>
              <a:gd name="connsiteY12" fmla="*/ 228600 h 677599"/>
              <a:gd name="connsiteX13" fmla="*/ 456924 w 952500"/>
              <a:gd name="connsiteY13" fmla="*/ 240182 h 677599"/>
              <a:gd name="connsiteX14" fmla="*/ 457200 w 952500"/>
              <a:gd name="connsiteY14" fmla="*/ 255337 h 677599"/>
              <a:gd name="connsiteX15" fmla="*/ 67818 w 952500"/>
              <a:gd name="connsiteY15" fmla="*/ 677599 h 677599"/>
              <a:gd name="connsiteX16" fmla="*/ 213598 w 952500"/>
              <a:gd name="connsiteY16" fmla="*/ 456705 h 677599"/>
              <a:gd name="connsiteX17" fmla="*/ 0 w 952500"/>
              <a:gd name="connsiteY17" fmla="*/ 228600 h 677599"/>
              <a:gd name="connsiteX18" fmla="*/ 104404 w 952500"/>
              <a:gd name="connsiteY18" fmla="*/ 36671 h 677599"/>
              <a:gd name="connsiteX19" fmla="*/ 228600 w 952500"/>
              <a:gd name="connsiteY19" fmla="*/ 0 h 677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52500" h="677599">
                <a:moveTo>
                  <a:pt x="723900" y="0"/>
                </a:moveTo>
                <a:cubicBezTo>
                  <a:pt x="826446" y="0"/>
                  <a:pt x="913228" y="67523"/>
                  <a:pt x="942194" y="160525"/>
                </a:cubicBezTo>
                <a:cubicBezTo>
                  <a:pt x="948890" y="182032"/>
                  <a:pt x="952500" y="204902"/>
                  <a:pt x="952500" y="228600"/>
                </a:cubicBezTo>
                <a:cubicBezTo>
                  <a:pt x="952500" y="232496"/>
                  <a:pt x="952405" y="236363"/>
                  <a:pt x="952224" y="240182"/>
                </a:cubicBezTo>
                <a:cubicBezTo>
                  <a:pt x="952386" y="245221"/>
                  <a:pt x="952500" y="250269"/>
                  <a:pt x="952500" y="255337"/>
                </a:cubicBezTo>
                <a:cubicBezTo>
                  <a:pt x="952500" y="482384"/>
                  <a:pt x="779802" y="667617"/>
                  <a:pt x="563128" y="677599"/>
                </a:cubicBezTo>
                <a:cubicBezTo>
                  <a:pt x="632489" y="622954"/>
                  <a:pt x="684467" y="545830"/>
                  <a:pt x="708908" y="456705"/>
                </a:cubicBezTo>
                <a:cubicBezTo>
                  <a:pt x="589636" y="448980"/>
                  <a:pt x="495300" y="349815"/>
                  <a:pt x="495300" y="228600"/>
                </a:cubicBezTo>
                <a:cubicBezTo>
                  <a:pt x="495300" y="148142"/>
                  <a:pt x="536877" y="77400"/>
                  <a:pt x="599704" y="36671"/>
                </a:cubicBezTo>
                <a:cubicBezTo>
                  <a:pt x="635479" y="13478"/>
                  <a:pt x="678094" y="0"/>
                  <a:pt x="723900" y="0"/>
                </a:cubicBezTo>
                <a:close/>
                <a:moveTo>
                  <a:pt x="228600" y="0"/>
                </a:moveTo>
                <a:cubicBezTo>
                  <a:pt x="331137" y="0"/>
                  <a:pt x="417919" y="67523"/>
                  <a:pt x="446894" y="160525"/>
                </a:cubicBezTo>
                <a:cubicBezTo>
                  <a:pt x="453600" y="182032"/>
                  <a:pt x="457200" y="204902"/>
                  <a:pt x="457200" y="228600"/>
                </a:cubicBezTo>
                <a:cubicBezTo>
                  <a:pt x="457200" y="232496"/>
                  <a:pt x="457105" y="236363"/>
                  <a:pt x="456924" y="240182"/>
                </a:cubicBezTo>
                <a:cubicBezTo>
                  <a:pt x="457086" y="245221"/>
                  <a:pt x="457200" y="250269"/>
                  <a:pt x="457200" y="255337"/>
                </a:cubicBezTo>
                <a:cubicBezTo>
                  <a:pt x="457200" y="482384"/>
                  <a:pt x="284493" y="667617"/>
                  <a:pt x="67818" y="677599"/>
                </a:cubicBezTo>
                <a:cubicBezTo>
                  <a:pt x="137179" y="622954"/>
                  <a:pt x="189157" y="545830"/>
                  <a:pt x="213598" y="456705"/>
                </a:cubicBezTo>
                <a:cubicBezTo>
                  <a:pt x="94336" y="448980"/>
                  <a:pt x="0" y="349815"/>
                  <a:pt x="0" y="228600"/>
                </a:cubicBezTo>
                <a:cubicBezTo>
                  <a:pt x="0" y="148142"/>
                  <a:pt x="41567" y="77400"/>
                  <a:pt x="104404" y="36671"/>
                </a:cubicBezTo>
                <a:cubicBezTo>
                  <a:pt x="140170" y="13478"/>
                  <a:pt x="182804" y="0"/>
                  <a:pt x="228600" y="0"/>
                </a:cubicBezTo>
                <a:close/>
              </a:path>
            </a:pathLst>
          </a:custGeom>
          <a:gradFill flip="none" rotWithShape="1">
            <a:gsLst>
              <a:gs pos="60000">
                <a:srgbClr val="61C5BE"/>
              </a:gs>
              <a:gs pos="30000">
                <a:srgbClr val="FFF200"/>
              </a:gs>
              <a:gs pos="99000">
                <a:schemeClr val="accent5"/>
              </a:gs>
            </a:gsLst>
            <a:lin ang="10800000" scaled="1"/>
            <a:tileRect/>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rgbClr val="FFFFFF"/>
              </a:solidFill>
              <a:cs typeface="Segoe UI" pitchFamily="34" charset="0"/>
            </a:endParaRPr>
          </a:p>
        </p:txBody>
      </p:sp>
      <p:sp>
        <p:nvSpPr>
          <p:cNvPr id="7" name="Title 1">
            <a:extLst>
              <a:ext uri="{FF2B5EF4-FFF2-40B4-BE49-F238E27FC236}">
                <a16:creationId xmlns:a16="http://schemas.microsoft.com/office/drawing/2014/main" id="{89F65E91-FAFD-244C-A86D-629BF5974C9C}"/>
              </a:ext>
            </a:extLst>
          </p:cNvPr>
          <p:cNvSpPr>
            <a:spLocks noGrp="1"/>
          </p:cNvSpPr>
          <p:nvPr>
            <p:ph type="title" hasCustomPrompt="1"/>
          </p:nvPr>
        </p:nvSpPr>
        <p:spPr>
          <a:xfrm>
            <a:off x="1163639" y="2284729"/>
            <a:ext cx="5999162" cy="553998"/>
          </a:xfrm>
        </p:spPr>
        <p:txBody>
          <a:bodyPr rIns="182880" anchor="t"/>
          <a:lstStyle>
            <a:lvl1pPr>
              <a:defRPr>
                <a:solidFill>
                  <a:schemeClr val="tx1"/>
                </a:solidFill>
              </a:defRPr>
            </a:lvl1pPr>
          </a:lstStyle>
          <a:p>
            <a:r>
              <a:rPr lang="en-US"/>
              <a:t>Add quote text here</a:t>
            </a:r>
          </a:p>
        </p:txBody>
      </p:sp>
      <p:sp>
        <p:nvSpPr>
          <p:cNvPr id="14" name="Rectangle 13" descr="Yellow-Blue MIS Identity bar">
            <a:extLst>
              <a:ext uri="{FF2B5EF4-FFF2-40B4-BE49-F238E27FC236}">
                <a16:creationId xmlns:a16="http://schemas.microsoft.com/office/drawing/2014/main" id="{E1E9CDAE-06ED-4189-9ECD-7BFBFE00EF7D}"/>
              </a:ext>
              <a:ext uri="{C183D7F6-B498-43B3-948B-1728B52AA6E4}">
                <adec:decorative xmlns:adec="http://schemas.microsoft.com/office/drawing/2017/decorative" val="0"/>
              </a:ext>
            </a:extLst>
          </p:cNvPr>
          <p:cNvSpPr/>
          <p:nvPr userDrawn="1"/>
        </p:nvSpPr>
        <p:spPr bwMode="auto">
          <a:xfrm>
            <a:off x="8420100" y="1847850"/>
            <a:ext cx="3543299" cy="148368"/>
          </a:xfrm>
          <a:prstGeom prst="rect">
            <a:avLst/>
          </a:pr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
        <p:nvSpPr>
          <p:cNvPr id="4" name="Text Placeholder 3">
            <a:extLst>
              <a:ext uri="{FF2B5EF4-FFF2-40B4-BE49-F238E27FC236}">
                <a16:creationId xmlns:a16="http://schemas.microsoft.com/office/drawing/2014/main" id="{549D697E-24D0-AB42-8E18-256C047E4063}"/>
              </a:ext>
            </a:extLst>
          </p:cNvPr>
          <p:cNvSpPr>
            <a:spLocks noGrp="1"/>
          </p:cNvSpPr>
          <p:nvPr>
            <p:ph type="body" sz="quarter" idx="18" hasCustomPrompt="1"/>
          </p:nvPr>
        </p:nvSpPr>
        <p:spPr>
          <a:xfrm>
            <a:off x="8420101" y="2304040"/>
            <a:ext cx="3390900" cy="276999"/>
          </a:xfrm>
        </p:spPr>
        <p:txBody>
          <a:bodyPr/>
          <a:lstStyle>
            <a:lvl1pPr marL="0" indent="0" algn="l">
              <a:spcBef>
                <a:spcPts val="0"/>
              </a:spcBef>
              <a:buNone/>
              <a:defRPr sz="1800">
                <a:latin typeface="+mj-lt"/>
              </a:defRPr>
            </a:lvl1pPr>
          </a:lstStyle>
          <a:p>
            <a:pPr lvl="0"/>
            <a:r>
              <a:rPr lang="en-US"/>
              <a:t>Name attribute</a:t>
            </a:r>
          </a:p>
        </p:txBody>
      </p:sp>
      <p:sp>
        <p:nvSpPr>
          <p:cNvPr id="6" name="Text Placeholder 3">
            <a:extLst>
              <a:ext uri="{FF2B5EF4-FFF2-40B4-BE49-F238E27FC236}">
                <a16:creationId xmlns:a16="http://schemas.microsoft.com/office/drawing/2014/main" id="{BA94D27E-F2D3-4E43-B280-E6CF5DAAF0EF}"/>
              </a:ext>
            </a:extLst>
          </p:cNvPr>
          <p:cNvSpPr>
            <a:spLocks noGrp="1"/>
          </p:cNvSpPr>
          <p:nvPr>
            <p:ph type="body" sz="quarter" idx="20" hasCustomPrompt="1"/>
          </p:nvPr>
        </p:nvSpPr>
        <p:spPr>
          <a:xfrm>
            <a:off x="8420101" y="2601619"/>
            <a:ext cx="3390900" cy="215444"/>
          </a:xfrm>
        </p:spPr>
        <p:txBody>
          <a:bodyPr/>
          <a:lstStyle>
            <a:lvl1pPr marL="0" indent="0" algn="l">
              <a:spcBef>
                <a:spcPts val="0"/>
              </a:spcBef>
              <a:buNone/>
              <a:defRPr sz="1400">
                <a:solidFill>
                  <a:schemeClr val="accent5"/>
                </a:solidFill>
                <a:latin typeface="+mn-lt"/>
              </a:defRPr>
            </a:lvl1pPr>
          </a:lstStyle>
          <a:p>
            <a:pPr lvl="0"/>
            <a:r>
              <a:rPr lang="en-US"/>
              <a:t>Job title or another attribute</a:t>
            </a:r>
          </a:p>
        </p:txBody>
      </p:sp>
    </p:spTree>
    <p:extLst>
      <p:ext uri="{BB962C8B-B14F-4D97-AF65-F5344CB8AC3E}">
        <p14:creationId xmlns:p14="http://schemas.microsoft.com/office/powerpoint/2010/main" val="361170980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3" orient="horz" pos="366">
          <p15:clr>
            <a:srgbClr val="F26B43"/>
          </p15:clr>
        </p15:guide>
        <p15:guide id="5" orient="horz" pos="3951">
          <p15:clr>
            <a:srgbClr val="F26B43"/>
          </p15:clr>
        </p15:guide>
        <p15:guide id="24" pos="733">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and text side by side 3">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 uri="{C183D7F6-B498-43B3-948B-1728B52AA6E4}">
                <adec:decorative xmlns:adec="http://schemas.microsoft.com/office/drawing/2017/decorative" val="1"/>
              </a:ext>
            </a:extLst>
          </p:cNvPr>
          <p:cNvSpPr/>
          <p:nvPr userDrawn="1"/>
        </p:nvSpPr>
        <p:spPr bwMode="auto">
          <a:xfrm>
            <a:off x="0" y="0"/>
            <a:ext cx="4356100" cy="685800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381000" y="585788"/>
            <a:ext cx="3682999" cy="3118624"/>
          </a:xfrm>
        </p:spPr>
        <p:txBody>
          <a:bodyPr anchor="t">
            <a:noAutofit/>
          </a:bodyPr>
          <a:lstStyle>
            <a:lvl1pPr>
              <a:defRPr>
                <a:solidFill>
                  <a:schemeClr val="tx1"/>
                </a:solidFill>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838700" y="585788"/>
            <a:ext cx="6972300" cy="430887"/>
          </a:xfrm>
        </p:spPr>
        <p:txBody>
          <a:bodyPr anchor="t">
            <a:spAutoFit/>
          </a:bodyPr>
          <a:lstStyle>
            <a:lvl1pPr marL="342900" indent="-342900">
              <a:spcAft>
                <a:spcPts val="600"/>
              </a:spcAft>
              <a:buSzPct val="100000"/>
              <a:buFont typeface="Arial" panose="020B0604020202020204" pitchFamily="34" charset="0"/>
              <a:buChar char="•"/>
              <a:defRPr/>
            </a:lvl1pPr>
          </a:lstStyle>
          <a:p>
            <a:pPr lvl="0"/>
            <a:r>
              <a:rPr lang="en-US"/>
              <a:t>Click to edit Master text styles</a:t>
            </a:r>
          </a:p>
        </p:txBody>
      </p:sp>
      <p:sp>
        <p:nvSpPr>
          <p:cNvPr id="6" name="TextBox 5">
            <a:extLst>
              <a:ext uri="{FF2B5EF4-FFF2-40B4-BE49-F238E27FC236}">
                <a16:creationId xmlns:a16="http://schemas.microsoft.com/office/drawing/2014/main" id="{A1DC2181-37AB-40A3-B61C-1DE7DBB57D63}"/>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8" name="Freeform: Shape 7" descr="Yellow-Blue MIS Identity bar">
            <a:extLst>
              <a:ext uri="{FF2B5EF4-FFF2-40B4-BE49-F238E27FC236}">
                <a16:creationId xmlns:a16="http://schemas.microsoft.com/office/drawing/2014/main" id="{021489BF-AF0D-4361-8E48-153B935AA8DC}"/>
              </a:ext>
              <a:ext uri="{C183D7F6-B498-43B3-948B-1728B52AA6E4}">
                <adec:decorative xmlns:adec="http://schemas.microsoft.com/office/drawing/2017/decorative" val="0"/>
              </a:ext>
            </a:extLst>
          </p:cNvPr>
          <p:cNvSpPr/>
          <p:nvPr userDrawn="1"/>
        </p:nvSpPr>
        <p:spPr bwMode="auto">
          <a:xfrm>
            <a:off x="0" y="6747118"/>
            <a:ext cx="12188952" cy="110883"/>
          </a:xfrm>
          <a:custGeom>
            <a:avLst/>
            <a:gdLst>
              <a:gd name="connsiteX0" fmla="*/ 0 w 12188952"/>
              <a:gd name="connsiteY0" fmla="*/ 0 h 110883"/>
              <a:gd name="connsiteX1" fmla="*/ 12188952 w 12188952"/>
              <a:gd name="connsiteY1" fmla="*/ 0 h 110883"/>
              <a:gd name="connsiteX2" fmla="*/ 12188952 w 12188952"/>
              <a:gd name="connsiteY2" fmla="*/ 110883 h 110883"/>
              <a:gd name="connsiteX3" fmla="*/ 0 w 12188952"/>
              <a:gd name="connsiteY3" fmla="*/ 110883 h 110883"/>
            </a:gdLst>
            <a:ahLst/>
            <a:cxnLst>
              <a:cxn ang="0">
                <a:pos x="connsiteX0" y="connsiteY0"/>
              </a:cxn>
              <a:cxn ang="0">
                <a:pos x="connsiteX1" y="connsiteY1"/>
              </a:cxn>
              <a:cxn ang="0">
                <a:pos x="connsiteX2" y="connsiteY2"/>
              </a:cxn>
              <a:cxn ang="0">
                <a:pos x="connsiteX3" y="connsiteY3"/>
              </a:cxn>
            </a:cxnLst>
            <a:rect l="l" t="t" r="r" b="b"/>
            <a:pathLst>
              <a:path w="12188952" h="110883">
                <a:moveTo>
                  <a:pt x="0" y="0"/>
                </a:moveTo>
                <a:lnTo>
                  <a:pt x="12188952" y="0"/>
                </a:lnTo>
                <a:lnTo>
                  <a:pt x="12188952" y="110883"/>
                </a:lnTo>
                <a:lnTo>
                  <a:pt x="0" y="110883"/>
                </a:lnTo>
                <a:close/>
              </a:path>
            </a:pathLst>
          </a:cu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Tree>
    <p:extLst>
      <p:ext uri="{BB962C8B-B14F-4D97-AF65-F5344CB8AC3E}">
        <p14:creationId xmlns:p14="http://schemas.microsoft.com/office/powerpoint/2010/main" val="3823996481"/>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_Title and text side by side 3">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 uri="{C183D7F6-B498-43B3-948B-1728B52AA6E4}">
                <adec:decorative xmlns:adec="http://schemas.microsoft.com/office/drawing/2017/decorative" val="1"/>
              </a:ext>
            </a:extLst>
          </p:cNvPr>
          <p:cNvSpPr/>
          <p:nvPr userDrawn="1"/>
        </p:nvSpPr>
        <p:spPr bwMode="auto">
          <a:xfrm>
            <a:off x="0" y="0"/>
            <a:ext cx="4356100" cy="685800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381000" y="585788"/>
            <a:ext cx="3682999" cy="3118624"/>
          </a:xfrm>
        </p:spPr>
        <p:txBody>
          <a:bodyPr anchor="t">
            <a:noAutofit/>
          </a:bodyPr>
          <a:lstStyle>
            <a:lvl1pPr>
              <a:defRPr>
                <a:solidFill>
                  <a:schemeClr val="tx1"/>
                </a:solidFill>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838700" y="585788"/>
            <a:ext cx="6972300" cy="430887"/>
          </a:xfrm>
        </p:spPr>
        <p:txBody>
          <a:bodyPr anchor="t">
            <a:spAutoFit/>
          </a:bodyPr>
          <a:lstStyle>
            <a:lvl1pPr marL="342900" indent="-342900">
              <a:spcAft>
                <a:spcPts val="600"/>
              </a:spcAft>
              <a:buSzPct val="100000"/>
              <a:buFont typeface="Arial" panose="020B0604020202020204" pitchFamily="34" charset="0"/>
              <a:buChar char="•"/>
              <a:defRPr/>
            </a:lvl1pPr>
          </a:lstStyle>
          <a:p>
            <a:pPr lvl="0"/>
            <a:r>
              <a:rPr lang="en-US"/>
              <a:t>Click to edit Master text styles</a:t>
            </a:r>
          </a:p>
        </p:txBody>
      </p:sp>
      <p:sp>
        <p:nvSpPr>
          <p:cNvPr id="6" name="TextBox 5">
            <a:extLst>
              <a:ext uri="{FF2B5EF4-FFF2-40B4-BE49-F238E27FC236}">
                <a16:creationId xmlns:a16="http://schemas.microsoft.com/office/drawing/2014/main" id="{A1DC2181-37AB-40A3-B61C-1DE7DBB57D63}"/>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907897598"/>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Blank">
    <p:bg>
      <p:bgPr>
        <a:solidFill>
          <a:srgbClr val="FFFFFF"/>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74907604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Large Number Divider 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794E706-11B5-4718-8E2F-368D72CD4B8E}"/>
              </a:ext>
              <a:ext uri="{C183D7F6-B498-43B3-948B-1728B52AA6E4}">
                <adec:decorative xmlns:adec="http://schemas.microsoft.com/office/drawing/2017/decorative" val="1"/>
              </a:ext>
            </a:extLst>
          </p:cNvPr>
          <p:cNvSpPr/>
          <p:nvPr userDrawn="1"/>
        </p:nvSpPr>
        <p:spPr bwMode="auto">
          <a:xfrm>
            <a:off x="110884" y="110882"/>
            <a:ext cx="11970232" cy="6636236"/>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570156"/>
            <a:ext cx="4356100" cy="6066633"/>
          </a:xfrm>
          <a:prstGeom prst="rect">
            <a:avLst/>
          </a:prstGeom>
          <a:noFill/>
        </p:spPr>
        <p:txBody>
          <a:bodyPr wrap="square" lIns="0" tIns="0" rIns="0" bIns="0" rtlCol="0" anchor="t">
            <a:noAutofit/>
          </a:bodyPr>
          <a:lstStyle/>
          <a:p>
            <a:pPr algn="l"/>
            <a:r>
              <a:rPr lang="en-US" sz="50000" b="1" i="0">
                <a:solidFill>
                  <a:schemeClr val="tx2"/>
                </a:solidFill>
                <a:latin typeface="Segoe UI" panose="020B0502040204020203" pitchFamily="34" charset="0"/>
                <a:cs typeface="Segoe UI" panose="020B0502040204020203" pitchFamily="34" charset="0"/>
              </a:rPr>
              <a:t>1</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hasCustomPrompt="1"/>
          </p:nvPr>
        </p:nvSpPr>
        <p:spPr>
          <a:xfrm>
            <a:off x="4941888" y="585788"/>
            <a:ext cx="6667500" cy="690119"/>
          </a:xfrm>
        </p:spPr>
        <p:txBody>
          <a:bodyPr anchor="t">
            <a:noAutofit/>
          </a:bodyPr>
          <a:lstStyle>
            <a:lvl1pPr marL="0" indent="0">
              <a:spcAft>
                <a:spcPts val="600"/>
              </a:spcAft>
              <a:buFont typeface="Wingdings" panose="05000000000000000000" pitchFamily="2" charset="2"/>
              <a:buNone/>
              <a:defRPr sz="3600">
                <a:solidFill>
                  <a:schemeClr val="bg1"/>
                </a:solidFill>
                <a:latin typeface="+mj-lt"/>
              </a:defRPr>
            </a:lvl1pPr>
          </a:lstStyle>
          <a:p>
            <a:pPr lvl="0"/>
            <a:r>
              <a:rPr lang="en-US"/>
              <a:t>Section title</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bg1"/>
                </a:solidFill>
              </a:defRPr>
            </a:lvl1pPr>
          </a:lstStyle>
          <a:p>
            <a:pPr lvl="0"/>
            <a:r>
              <a:rPr lang="en-US"/>
              <a:t>Section Details</a:t>
            </a:r>
          </a:p>
        </p:txBody>
      </p:sp>
      <p:sp>
        <p:nvSpPr>
          <p:cNvPr id="6" name="TextBox 5">
            <a:extLst>
              <a:ext uri="{FF2B5EF4-FFF2-40B4-BE49-F238E27FC236}">
                <a16:creationId xmlns:a16="http://schemas.microsoft.com/office/drawing/2014/main" id="{A1DC2181-37AB-40A3-B61C-1DE7DBB57D63}"/>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55866814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_Large Number Divider 1">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8" name="Rectangle 7">
            <a:extLst>
              <a:ext uri="{FF2B5EF4-FFF2-40B4-BE49-F238E27FC236}">
                <a16:creationId xmlns:a16="http://schemas.microsoft.com/office/drawing/2014/main" id="{177213EA-C59E-470F-A37B-AA2ECD245877}"/>
              </a:ext>
              <a:ext uri="{C183D7F6-B498-43B3-948B-1728B52AA6E4}">
                <adec:decorative xmlns:adec="http://schemas.microsoft.com/office/drawing/2017/decorative" val="1"/>
              </a:ext>
            </a:extLst>
          </p:cNvPr>
          <p:cNvSpPr/>
          <p:nvPr userDrawn="1"/>
        </p:nvSpPr>
        <p:spPr bwMode="auto">
          <a:xfrm>
            <a:off x="110884" y="110882"/>
            <a:ext cx="11970232" cy="6636236"/>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569602"/>
            <a:ext cx="4356100" cy="6177516"/>
          </a:xfrm>
          <a:prstGeom prst="rect">
            <a:avLst/>
          </a:prstGeom>
          <a:noFill/>
        </p:spPr>
        <p:txBody>
          <a:bodyPr wrap="square" lIns="0" tIns="0" rIns="0" bIns="0" rtlCol="0" anchor="t">
            <a:noAutofit/>
          </a:bodyPr>
          <a:lstStyle/>
          <a:p>
            <a:pPr algn="l"/>
            <a:r>
              <a:rPr lang="en-US" sz="50000" b="1" i="0">
                <a:solidFill>
                  <a:schemeClr val="tx2"/>
                </a:solidFill>
                <a:latin typeface="Segoe UI" panose="020B0502040204020203" pitchFamily="34" charset="0"/>
                <a:cs typeface="Segoe UI" panose="020B0502040204020203" pitchFamily="34" charset="0"/>
              </a:rPr>
              <a:t>2</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hasCustomPrompt="1"/>
          </p:nvPr>
        </p:nvSpPr>
        <p:spPr>
          <a:xfrm>
            <a:off x="4941888" y="585788"/>
            <a:ext cx="6667500" cy="690119"/>
          </a:xfrm>
        </p:spPr>
        <p:txBody>
          <a:bodyPr anchor="t">
            <a:noAutofit/>
          </a:bodyPr>
          <a:lstStyle>
            <a:lvl1pPr marL="0" indent="0">
              <a:spcAft>
                <a:spcPts val="600"/>
              </a:spcAft>
              <a:buFont typeface="Wingdings" panose="05000000000000000000" pitchFamily="2" charset="2"/>
              <a:buNone/>
              <a:defRPr sz="3600">
                <a:solidFill>
                  <a:schemeClr val="bg1"/>
                </a:solidFill>
                <a:latin typeface="+mj-lt"/>
              </a:defRPr>
            </a:lvl1pPr>
          </a:lstStyle>
          <a:p>
            <a:pPr lvl="0"/>
            <a:r>
              <a:rPr lang="en-US"/>
              <a:t>Section title</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bg1"/>
                </a:solidFill>
              </a:defRPr>
            </a:lvl1pPr>
          </a:lstStyle>
          <a:p>
            <a:pPr lvl="0"/>
            <a:r>
              <a:rPr lang="en-US"/>
              <a:t>Section Details</a:t>
            </a:r>
          </a:p>
        </p:txBody>
      </p:sp>
    </p:spTree>
    <p:extLst>
      <p:ext uri="{BB962C8B-B14F-4D97-AF65-F5344CB8AC3E}">
        <p14:creationId xmlns:p14="http://schemas.microsoft.com/office/powerpoint/2010/main" val="2471405005"/>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Developer Code Layout full page">
    <p:bg>
      <p:bgPr>
        <a:solidFill>
          <a:schemeClr val="bg1"/>
        </a:solidFill>
        <a:effectLst/>
      </p:bgPr>
    </p:bg>
    <p:spTree>
      <p:nvGrpSpPr>
        <p:cNvPr id="1" name=""/>
        <p:cNvGrpSpPr/>
        <p:nvPr/>
      </p:nvGrpSpPr>
      <p:grpSpPr>
        <a:xfrm>
          <a:off x="0" y="0"/>
          <a:ext cx="0" cy="0"/>
          <a:chOff x="0" y="0"/>
          <a:chExt cx="0" cy="0"/>
        </a:xfrm>
      </p:grpSpPr>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0"/>
            <a:ext cx="3788358" cy="492443"/>
          </a:xfr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5760" tIns="0" rIns="0" bIns="0" numCol="1" spcCol="0" rtlCol="0" fromWordArt="0" anchor="ctr" anchorCtr="0" forceAA="0" compatLnSpc="1">
            <a:prstTxWarp prst="textNoShape">
              <a:avLst/>
            </a:prstTxWarp>
            <a:noAutofit/>
          </a:bodyPr>
          <a:lstStyle>
            <a:lvl1pPr>
              <a:defRPr lang="en-US" sz="1999" kern="1200" spc="0" baseline="0" dirty="0">
                <a:solidFill>
                  <a:schemeClr val="tx1"/>
                </a:solidFill>
                <a:latin typeface="+mj-lt"/>
                <a:ea typeface="+mn-ea"/>
                <a:cs typeface="Segoe UI" panose="020B0502040204020203" pitchFamily="34" charset="0"/>
              </a:defRPr>
            </a:lvl1pPr>
          </a:lstStyle>
          <a:p>
            <a:pPr marL="0" marR="0" lvl="0" indent="0" algn="l" defTabSz="932742" rtl="0" eaLnBrk="1" fontAlgn="auto" latinLnBrk="0" hangingPunct="1">
              <a:lnSpc>
                <a:spcPct val="100000"/>
              </a:lnSpc>
              <a:spcBef>
                <a:spcPct val="20000"/>
              </a:spcBef>
              <a:spcAft>
                <a:spcPts val="0"/>
              </a:spcAft>
              <a:buClrTx/>
              <a:buSzPct val="100000"/>
              <a:buFont typeface="Arial" panose="020B0604020202020204" pitchFamily="34" charset="0"/>
              <a:buNone/>
              <a:tabLst/>
            </a:pPr>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381000" y="710247"/>
            <a:ext cx="1143000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66733448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Section Divider Custom Photo">
    <p:bg>
      <p:bgPr>
        <a:gradFill>
          <a:gsLst>
            <a:gs pos="30000">
              <a:srgbClr val="FFF200"/>
            </a:gs>
            <a:gs pos="60000">
              <a:srgbClr val="61C5BE"/>
            </a:gs>
            <a:gs pos="100000">
              <a:srgbClr val="138DE7"/>
            </a:gs>
          </a:gsLst>
          <a:lin ang="0" scaled="0"/>
        </a:gradFill>
        <a:effectLst/>
      </p:bgPr>
    </p:bg>
    <p:spTree>
      <p:nvGrpSpPr>
        <p:cNvPr id="1" name=""/>
        <p:cNvGrpSpPr/>
        <p:nvPr/>
      </p:nvGrpSpPr>
      <p:grpSpPr>
        <a:xfrm>
          <a:off x="0" y="0"/>
          <a:ext cx="0" cy="0"/>
          <a:chOff x="0" y="0"/>
          <a:chExt cx="0" cy="0"/>
        </a:xfrm>
      </p:grpSpPr>
      <p:sp>
        <p:nvSpPr>
          <p:cNvPr id="9" name="Picture Placeholder 8" descr="A &quot;placeholder&quot; for a picture. Drag or drop your photo here, or click and tap the center to insert a photo">
            <a:extLst>
              <a:ext uri="{FF2B5EF4-FFF2-40B4-BE49-F238E27FC236}">
                <a16:creationId xmlns:a16="http://schemas.microsoft.com/office/drawing/2014/main" id="{789C4723-8587-F246-A8BD-CE80571470EC}"/>
              </a:ext>
            </a:extLst>
          </p:cNvPr>
          <p:cNvSpPr>
            <a:spLocks noGrp="1"/>
          </p:cNvSpPr>
          <p:nvPr>
            <p:ph type="pic" sz="quarter" idx="10" hasCustomPrompt="1"/>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3546759 h 6858000"/>
              <a:gd name="connsiteX5" fmla="*/ 7353300 w 12192000"/>
              <a:gd name="connsiteY5" fmla="*/ 3546759 h 6858000"/>
              <a:gd name="connsiteX6" fmla="*/ 7353300 w 12192000"/>
              <a:gd name="connsiteY6" fmla="*/ 3311241 h 6858000"/>
              <a:gd name="connsiteX7" fmla="*/ 0 w 12192000"/>
              <a:gd name="connsiteY7" fmla="*/ 331124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0" y="0"/>
                </a:moveTo>
                <a:lnTo>
                  <a:pt x="12192000" y="0"/>
                </a:lnTo>
                <a:lnTo>
                  <a:pt x="12192000" y="6858000"/>
                </a:lnTo>
                <a:lnTo>
                  <a:pt x="0" y="6858000"/>
                </a:lnTo>
                <a:lnTo>
                  <a:pt x="0" y="3546759"/>
                </a:lnTo>
                <a:lnTo>
                  <a:pt x="7353300" y="3546759"/>
                </a:lnTo>
                <a:lnTo>
                  <a:pt x="7353300" y="3311241"/>
                </a:lnTo>
                <a:lnTo>
                  <a:pt x="0" y="3311241"/>
                </a:lnTo>
                <a:close/>
              </a:path>
            </a:pathLst>
          </a:custGeom>
          <a:solidFill>
            <a:schemeClr val="bg1">
              <a:lumMod val="85000"/>
            </a:schemeClr>
          </a:solidFill>
        </p:spPr>
        <p:txBody>
          <a:bodyPr wrap="square" bIns="365760" anchor="b">
            <a:noAutofit/>
          </a:bodyPr>
          <a:lstStyle>
            <a:lvl1pPr marL="0" marR="0" indent="0" algn="ctr" defTabSz="932742" rtl="0" eaLnBrk="1" fontAlgn="auto" latinLnBrk="0" hangingPunct="1">
              <a:lnSpc>
                <a:spcPct val="100000"/>
              </a:lnSpc>
              <a:spcBef>
                <a:spcPct val="20000"/>
              </a:spcBef>
              <a:spcAft>
                <a:spcPts val="0"/>
              </a:spcAft>
              <a:buClrTx/>
              <a:buSzPct val="90000"/>
              <a:buFontTx/>
              <a:buNone/>
              <a:tabLst/>
              <a:defRPr/>
            </a:lvl1pPr>
          </a:lstStyle>
          <a:p>
            <a:pPr marL="0" marR="0" lvl="0" indent="0" algn="ctr" defTabSz="932742" rtl="0" eaLnBrk="1" fontAlgn="auto" latinLnBrk="0" hangingPunct="1">
              <a:lnSpc>
                <a:spcPct val="100000"/>
              </a:lnSpc>
              <a:spcBef>
                <a:spcPct val="20000"/>
              </a:spcBef>
              <a:spcAft>
                <a:spcPts val="0"/>
              </a:spcAft>
              <a:buClrTx/>
              <a:buSzPct val="90000"/>
              <a:buFontTx/>
              <a:buNone/>
              <a:tabLst/>
              <a:defRPr/>
            </a:pPr>
            <a:r>
              <a:rPr lang="en-US"/>
              <a:t>Click or drag title image photo here,</a:t>
            </a:r>
            <a:br>
              <a:rPr lang="en-US"/>
            </a:br>
            <a:r>
              <a:rPr lang="en-US"/>
              <a:t>then send to back</a:t>
            </a:r>
          </a:p>
        </p:txBody>
      </p:sp>
      <p:sp>
        <p:nvSpPr>
          <p:cNvPr id="4" name="Title 1">
            <a:extLst>
              <a:ext uri="{FF2B5EF4-FFF2-40B4-BE49-F238E27FC236}">
                <a16:creationId xmlns:a16="http://schemas.microsoft.com/office/drawing/2014/main" id="{65FFBB13-3651-4F4F-B31F-7759494D58B2}"/>
              </a:ext>
            </a:extLst>
          </p:cNvPr>
          <p:cNvSpPr>
            <a:spLocks noGrp="1"/>
          </p:cNvSpPr>
          <p:nvPr>
            <p:ph type="title"/>
          </p:nvPr>
        </p:nvSpPr>
        <p:spPr>
          <a:xfrm>
            <a:off x="7480301" y="3205862"/>
            <a:ext cx="4483100" cy="446276"/>
          </a:xfrm>
        </p:spPr>
        <p:txBody>
          <a:bodyPr>
            <a:noAutofit/>
          </a:bodyPr>
          <a:lstStyle>
            <a:lvl1pPr>
              <a:defRPr sz="2900"/>
            </a:lvl1pPr>
          </a:lstStyle>
          <a:p>
            <a:r>
              <a:rPr lang="en-US"/>
              <a:t>Click to edit Master title style</a:t>
            </a:r>
          </a:p>
        </p:txBody>
      </p:sp>
    </p:spTree>
    <p:extLst>
      <p:ext uri="{BB962C8B-B14F-4D97-AF65-F5344CB8AC3E}">
        <p14:creationId xmlns:p14="http://schemas.microsoft.com/office/powerpoint/2010/main" val="1244508836"/>
      </p:ext>
    </p:extLst>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Corner Title and content">
    <p:bg>
      <p:bgPr>
        <a:solidFill>
          <a:srgbClr val="FFFFFF"/>
        </a:solidFill>
        <a:effectLst/>
      </p:bgPr>
    </p:bg>
    <p:spTree>
      <p:nvGrpSpPr>
        <p:cNvPr id="1" name=""/>
        <p:cNvGrpSpPr/>
        <p:nvPr/>
      </p:nvGrpSpPr>
      <p:grpSpPr>
        <a:xfrm>
          <a:off x="0" y="0"/>
          <a:ext cx="0" cy="0"/>
          <a:chOff x="0" y="0"/>
          <a:chExt cx="0" cy="0"/>
        </a:xfrm>
      </p:grpSpPr>
      <p:sp>
        <p:nvSpPr>
          <p:cNvPr id="21" name="Title 1">
            <a:extLst>
              <a:ext uri="{FF2B5EF4-FFF2-40B4-BE49-F238E27FC236}">
                <a16:creationId xmlns:a16="http://schemas.microsoft.com/office/drawing/2014/main" id="{1B9F9133-F527-AE49-A65B-D6088874CB9C}"/>
              </a:ext>
            </a:extLst>
          </p:cNvPr>
          <p:cNvSpPr>
            <a:spLocks noGrp="1"/>
          </p:cNvSpPr>
          <p:nvPr>
            <p:ph type="title"/>
          </p:nvPr>
        </p:nvSpPr>
        <p:spPr>
          <a:xfrm>
            <a:off x="381000" y="539608"/>
            <a:ext cx="2133600" cy="355240"/>
          </a:xfrm>
        </p:spPr>
        <p:txBody>
          <a:bodyPr anchor="t">
            <a:noAutofit/>
          </a:bodyPr>
          <a:lstStyle>
            <a:lvl1pPr algn="l" defTabSz="932742" rtl="0" eaLnBrk="1" latinLnBrk="0" hangingPunct="1">
              <a:lnSpc>
                <a:spcPct val="100000"/>
              </a:lnSpc>
              <a:spcBef>
                <a:spcPts val="100"/>
              </a:spcBef>
              <a:buNone/>
              <a:defRPr lang="en-US" sz="1200" b="1" i="0" kern="1200" spc="0" baseline="0" dirty="0">
                <a:solidFill>
                  <a:schemeClr val="tx1"/>
                </a:solidFill>
                <a:latin typeface="Segoe UI Semibold" panose="020B0502040204020203" pitchFamily="34" charset="0"/>
                <a:ea typeface="+mn-ea"/>
                <a:cs typeface="Segoe UI Semibold" panose="020B0502040204020203" pitchFamily="34" charset="0"/>
              </a:defRPr>
            </a:lvl1pPr>
          </a:lstStyle>
          <a:p>
            <a:r>
              <a:rPr lang="en-US"/>
              <a:t>Click to edit Master title style</a:t>
            </a:r>
          </a:p>
        </p:txBody>
      </p:sp>
      <p:sp>
        <p:nvSpPr>
          <p:cNvPr id="3" name="Text Placeholder 2">
            <a:extLst>
              <a:ext uri="{FF2B5EF4-FFF2-40B4-BE49-F238E27FC236}">
                <a16:creationId xmlns:a16="http://schemas.microsoft.com/office/drawing/2014/main" id="{8742E0F2-95DE-874E-B642-75D3E28C8117}"/>
              </a:ext>
            </a:extLst>
          </p:cNvPr>
          <p:cNvSpPr>
            <a:spLocks noGrp="1"/>
          </p:cNvSpPr>
          <p:nvPr>
            <p:ph type="body" sz="quarter" idx="10"/>
          </p:nvPr>
        </p:nvSpPr>
        <p:spPr>
          <a:xfrm>
            <a:off x="381001" y="1143000"/>
            <a:ext cx="2133600" cy="990600"/>
          </a:xfrm>
        </p:spPr>
        <p:txBody>
          <a:bodyPr>
            <a:noAutofit/>
          </a:bodyPr>
          <a:lstStyle>
            <a:lvl1pPr marL="12700" marR="5080" indent="0" algn="l" defTabSz="932742" rtl="0" eaLnBrk="1" latinLnBrk="0" hangingPunct="1">
              <a:lnSpc>
                <a:spcPct val="100000"/>
              </a:lnSpc>
              <a:spcBef>
                <a:spcPts val="0"/>
              </a:spcBef>
              <a:buFontTx/>
              <a:buNone/>
              <a:defRPr lang="en-US" sz="1800" b="1" i="0" kern="1200" cap="none" spc="-50" baseline="0" dirty="0" smtClean="0">
                <a:ln w="3175">
                  <a:noFill/>
                </a:ln>
                <a:solidFill>
                  <a:schemeClr val="tx1"/>
                </a:solidFill>
                <a:effectLst/>
                <a:latin typeface="Segoe UI Semibold" panose="020B0502040204020203" pitchFamily="34" charset="0"/>
                <a:ea typeface="+mn-ea"/>
                <a:cs typeface="Segoe UI Semibold" panose="020B0502040204020203" pitchFamily="34" charset="0"/>
              </a:defRPr>
            </a:lvl1pPr>
            <a:lvl2pPr marL="0" marR="60960" indent="0" algn="l" defTabSz="914367" rtl="0" eaLnBrk="1" latinLnBrk="0" hangingPunct="1">
              <a:lnSpc>
                <a:spcPct val="100000"/>
              </a:lnSpc>
              <a:spcBef>
                <a:spcPts val="600"/>
              </a:spcBef>
              <a:buNone/>
              <a:defRPr lang="en-US" sz="1000" b="0" i="0" kern="1200" dirty="0" smtClean="0">
                <a:solidFill>
                  <a:srgbClr val="545557"/>
                </a:solidFill>
                <a:latin typeface="Segoe UI" panose="020B0502040204020203" pitchFamily="34" charset="0"/>
                <a:ea typeface="+mn-ea"/>
                <a:cs typeface="Segoe UI" panose="020B0502040204020203" pitchFamily="34" charset="0"/>
              </a:defRPr>
            </a:lvl2pPr>
            <a:lvl3pPr marL="119063" indent="-111125" algn="l" defTabSz="914367" rtl="0" eaLnBrk="1" latinLnBrk="0" hangingPunct="1">
              <a:lnSpc>
                <a:spcPct val="100000"/>
              </a:lnSpc>
              <a:spcBef>
                <a:spcPts val="300"/>
              </a:spcBef>
              <a:buChar char="•"/>
              <a:tabLst/>
              <a:defRPr lang="en-US" sz="1050" kern="1200" spc="10" dirty="0" smtClean="0">
                <a:solidFill>
                  <a:schemeClr val="tx1"/>
                </a:solidFill>
                <a:latin typeface="Segoe UI"/>
                <a:ea typeface="+mn-ea"/>
                <a:cs typeface="Segoe UI"/>
              </a:defRPr>
            </a:lvl3pPr>
            <a:lvl4pPr>
              <a:lnSpc>
                <a:spcPct val="100000"/>
              </a:lnSpc>
              <a:defRPr sz="1000" b="0" i="0"/>
            </a:lvl4pPr>
            <a:lvl5pPr>
              <a:lnSpc>
                <a:spcPct val="100000"/>
              </a:lnSpc>
              <a:defRPr sz="1000" b="0" i="0"/>
            </a:lvl5pPr>
          </a:lstStyle>
          <a:p>
            <a:pPr lvl="0"/>
            <a:r>
              <a:rPr lang="en-US"/>
              <a:t>Click to edit Master text styles</a:t>
            </a:r>
          </a:p>
        </p:txBody>
      </p:sp>
      <p:sp>
        <p:nvSpPr>
          <p:cNvPr id="4" name="Text Placeholder 2">
            <a:extLst>
              <a:ext uri="{FF2B5EF4-FFF2-40B4-BE49-F238E27FC236}">
                <a16:creationId xmlns:a16="http://schemas.microsoft.com/office/drawing/2014/main" id="{E2759C60-EED5-734C-A38F-5D8417A0AFAA}"/>
              </a:ext>
            </a:extLst>
          </p:cNvPr>
          <p:cNvSpPr>
            <a:spLocks noGrp="1"/>
          </p:cNvSpPr>
          <p:nvPr>
            <p:ph type="body" sz="quarter" idx="11"/>
          </p:nvPr>
        </p:nvSpPr>
        <p:spPr>
          <a:xfrm>
            <a:off x="381000" y="2286000"/>
            <a:ext cx="2133600" cy="3983038"/>
          </a:xfrm>
        </p:spPr>
        <p:txBody>
          <a:bodyPr>
            <a:noAutofit/>
          </a:bodyPr>
          <a:lstStyle>
            <a:lvl1pPr marL="12700" marR="5080" indent="0" algn="l" defTabSz="932742" rtl="0" eaLnBrk="1" latinLnBrk="0" hangingPunct="1">
              <a:lnSpc>
                <a:spcPct val="100000"/>
              </a:lnSpc>
              <a:spcBef>
                <a:spcPts val="0"/>
              </a:spcBef>
              <a:buFontTx/>
              <a:buNone/>
              <a:defRPr lang="en-US" sz="1800" b="1" i="0" kern="1200" cap="none" spc="-50" baseline="0" dirty="0" smtClean="0">
                <a:ln w="3175">
                  <a:noFill/>
                </a:ln>
                <a:solidFill>
                  <a:srgbClr val="231F20"/>
                </a:solidFill>
                <a:effectLst/>
                <a:latin typeface="Segoe UI Semibold" panose="020B0502040204020203" pitchFamily="34" charset="0"/>
                <a:ea typeface="+mn-ea"/>
                <a:cs typeface="Segoe UI Semibold" panose="020B0502040204020203" pitchFamily="34" charset="0"/>
              </a:defRPr>
            </a:lvl1pPr>
            <a:lvl2pPr marL="0" marR="60960" indent="0" algn="l" defTabSz="914367" rtl="0" eaLnBrk="1" latinLnBrk="0" hangingPunct="1">
              <a:lnSpc>
                <a:spcPct val="100000"/>
              </a:lnSpc>
              <a:spcBef>
                <a:spcPts val="600"/>
              </a:spcBef>
              <a:buNone/>
              <a:defRPr lang="en-US" sz="1000" b="0" i="0" kern="1200" spc="0" baseline="0" dirty="0">
                <a:solidFill>
                  <a:schemeClr val="tx1"/>
                </a:solidFill>
                <a:latin typeface="Segoe UI" panose="020B0502040204020203" pitchFamily="34" charset="0"/>
                <a:ea typeface="+mn-ea"/>
                <a:cs typeface="Segoe UI" panose="020B0502040204020203" pitchFamily="34" charset="0"/>
              </a:defRPr>
            </a:lvl2pPr>
            <a:lvl3pPr marL="119063" indent="-111125" algn="l" defTabSz="914367" rtl="0" eaLnBrk="1" latinLnBrk="0" hangingPunct="1">
              <a:lnSpc>
                <a:spcPct val="100000"/>
              </a:lnSpc>
              <a:spcBef>
                <a:spcPts val="300"/>
              </a:spcBef>
              <a:buChar char="•"/>
              <a:tabLst/>
              <a:defRPr lang="en-US" sz="1050" kern="1200" spc="10" dirty="0" smtClean="0">
                <a:solidFill>
                  <a:schemeClr val="tx1"/>
                </a:solidFill>
                <a:latin typeface="Segoe UI"/>
                <a:ea typeface="+mn-ea"/>
                <a:cs typeface="Segoe UI"/>
              </a:defRPr>
            </a:lvl3pPr>
            <a:lvl4pPr>
              <a:lnSpc>
                <a:spcPct val="100000"/>
              </a:lnSpc>
              <a:defRPr sz="1000" b="0" i="0"/>
            </a:lvl4pPr>
            <a:lvl5pPr>
              <a:lnSpc>
                <a:spcPct val="100000"/>
              </a:lnSpc>
              <a:defRPr sz="1000" b="0" i="0"/>
            </a:lvl5pPr>
          </a:lstStyle>
          <a:p>
            <a:pPr marL="0" marR="60960" lvl="0" indent="0" algn="l" defTabSz="914367" rtl="0" eaLnBrk="1" fontAlgn="auto" latinLnBrk="0" hangingPunct="1">
              <a:lnSpc>
                <a:spcPct val="100000"/>
              </a:lnSpc>
              <a:spcBef>
                <a:spcPts val="600"/>
              </a:spcBef>
              <a:spcAft>
                <a:spcPts val="0"/>
              </a:spcAft>
              <a:buClrTx/>
              <a:buSzPct val="90000"/>
              <a:buFont typeface="Wingdings" panose="05000000000000000000" pitchFamily="2" charset="2"/>
              <a:buNone/>
              <a:tabLst/>
            </a:pPr>
            <a:r>
              <a:rPr lang="en-US"/>
              <a:t>Click to edit Master text styles</a:t>
            </a:r>
          </a:p>
          <a:p>
            <a:pPr marL="0" marR="60960" lvl="1" indent="0" algn="l" defTabSz="914367" rtl="0" eaLnBrk="1" fontAlgn="auto" latinLnBrk="0" hangingPunct="1">
              <a:lnSpc>
                <a:spcPct val="100000"/>
              </a:lnSpc>
              <a:spcBef>
                <a:spcPts val="600"/>
              </a:spcBef>
              <a:spcAft>
                <a:spcPts val="0"/>
              </a:spcAft>
              <a:buClrTx/>
              <a:buSzPct val="90000"/>
              <a:buFont typeface="Wingdings" panose="05000000000000000000" pitchFamily="2" charset="2"/>
              <a:buNone/>
              <a:tabLst/>
            </a:pPr>
            <a:r>
              <a:rPr lang="en-US"/>
              <a:t>Second level</a:t>
            </a:r>
          </a:p>
        </p:txBody>
      </p:sp>
    </p:spTree>
    <p:extLst>
      <p:ext uri="{BB962C8B-B14F-4D97-AF65-F5344CB8AC3E}">
        <p14:creationId xmlns:p14="http://schemas.microsoft.com/office/powerpoint/2010/main" val="477798353"/>
      </p:ext>
    </p:extLst>
  </p:cSld>
  <p:clrMapOvr>
    <a:masterClrMapping/>
  </p:clrMapOvr>
  <p:transition>
    <p:fade/>
  </p:transition>
  <p:extLst>
    <p:ext uri="{DCECCB84-F9BA-43D5-87BE-67443E8EF086}">
      <p15:sldGuideLst xmlns:p15="http://schemas.microsoft.com/office/powerpoint/2012/main"/>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Blank Corner Title">
    <p:bg>
      <p:bgPr>
        <a:solidFill>
          <a:srgbClr val="FFFFFF"/>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70F4DEE-290D-C547-8708-AD055940BC77}"/>
              </a:ext>
            </a:extLst>
          </p:cNvPr>
          <p:cNvSpPr>
            <a:spLocks noGrp="1"/>
          </p:cNvSpPr>
          <p:nvPr>
            <p:ph type="title"/>
          </p:nvPr>
        </p:nvSpPr>
        <p:spPr>
          <a:xfrm>
            <a:off x="381000" y="539608"/>
            <a:ext cx="2133600" cy="355240"/>
          </a:xfrm>
        </p:spPr>
        <p:txBody>
          <a:bodyPr anchor="t">
            <a:noAutofit/>
          </a:bodyPr>
          <a:lstStyle>
            <a:lvl1pPr algn="l" defTabSz="932742" rtl="0" eaLnBrk="1" latinLnBrk="0" hangingPunct="1">
              <a:lnSpc>
                <a:spcPct val="100000"/>
              </a:lnSpc>
              <a:spcBef>
                <a:spcPts val="100"/>
              </a:spcBef>
              <a:buNone/>
              <a:defRPr lang="en-US" sz="1200" b="1" i="0" kern="1200" spc="0" baseline="0" dirty="0">
                <a:solidFill>
                  <a:schemeClr val="tx1"/>
                </a:solidFill>
                <a:latin typeface="Segoe UI Semibold" panose="020B0502040204020203" pitchFamily="34" charset="0"/>
                <a:ea typeface="+mn-ea"/>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2860253382"/>
      </p:ext>
    </p:extLst>
  </p:cSld>
  <p:clrMapOvr>
    <a:masterClrMapping/>
  </p:clrMapOvr>
  <p:transition>
    <p:fade/>
  </p:transition>
  <p:extLst>
    <p:ext uri="{DCECCB84-F9BA-43D5-87BE-67443E8EF086}">
      <p15:sldGuideLst xmlns:p15="http://schemas.microsoft.com/office/powerpoint/2012/main"/>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Appendix">
    <p:bg>
      <p:bgPr>
        <a:solidFill>
          <a:schemeClr val="bg1">
            <a:lumMod val="95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57AB688-7CF9-439E-B743-32423AE4015A}"/>
              </a:ext>
              <a:ext uri="{C183D7F6-B498-43B3-948B-1728B52AA6E4}">
                <adec:decorative xmlns:adec="http://schemas.microsoft.com/office/drawing/2017/decorative" val="1"/>
              </a:ext>
            </a:extLst>
          </p:cNvPr>
          <p:cNvSpPr/>
          <p:nvPr userDrawn="1"/>
        </p:nvSpPr>
        <p:spPr bwMode="auto">
          <a:xfrm>
            <a:off x="228600" y="228600"/>
            <a:ext cx="11734800" cy="64008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E0B051B9-3F6E-435C-94CE-94872947C4CA}"/>
              </a:ext>
            </a:extLst>
          </p:cNvPr>
          <p:cNvSpPr>
            <a:spLocks noGrp="1"/>
          </p:cNvSpPr>
          <p:nvPr>
            <p:ph type="title" hasCustomPrompt="1"/>
          </p:nvPr>
        </p:nvSpPr>
        <p:spPr>
          <a:xfrm>
            <a:off x="3771900" y="4180701"/>
            <a:ext cx="8038082" cy="553998"/>
          </a:xfrm>
        </p:spPr>
        <p:txBody>
          <a:bodyPr anchor="ctr"/>
          <a:lstStyle>
            <a:lvl1pPr>
              <a:defRPr>
                <a:solidFill>
                  <a:schemeClr val="tx1"/>
                </a:solidFill>
              </a:defRPr>
            </a:lvl1pPr>
          </a:lstStyle>
          <a:p>
            <a:r>
              <a:rPr lang="en-US"/>
              <a:t>Appendix</a:t>
            </a:r>
          </a:p>
        </p:txBody>
      </p:sp>
      <p:sp>
        <p:nvSpPr>
          <p:cNvPr id="4" name="object 5" descr="Yellow-Blue MIS Identity bar">
            <a:extLst>
              <a:ext uri="{FF2B5EF4-FFF2-40B4-BE49-F238E27FC236}">
                <a16:creationId xmlns:a16="http://schemas.microsoft.com/office/drawing/2014/main" id="{EF4EA69A-5252-43A9-B03C-6F92DAFBA85F}"/>
              </a:ext>
              <a:ext uri="{C183D7F6-B498-43B3-948B-1728B52AA6E4}">
                <adec:decorative xmlns:adec="http://schemas.microsoft.com/office/drawing/2017/decorative" val="0"/>
              </a:ext>
            </a:extLst>
          </p:cNvPr>
          <p:cNvSpPr/>
          <p:nvPr userDrawn="1"/>
        </p:nvSpPr>
        <p:spPr>
          <a:xfrm>
            <a:off x="228600" y="4343400"/>
            <a:ext cx="3240464" cy="228600"/>
          </a:xfrm>
          <a:custGeom>
            <a:avLst/>
            <a:gdLst/>
            <a:ahLst/>
            <a:cxnLst/>
            <a:rect l="l" t="t" r="r" b="b"/>
            <a:pathLst>
              <a:path w="1993900" h="228600">
                <a:moveTo>
                  <a:pt x="1993900" y="0"/>
                </a:moveTo>
                <a:lnTo>
                  <a:pt x="0" y="0"/>
                </a:lnTo>
                <a:lnTo>
                  <a:pt x="0" y="228600"/>
                </a:lnTo>
                <a:lnTo>
                  <a:pt x="1993900" y="228600"/>
                </a:lnTo>
                <a:lnTo>
                  <a:pt x="1993900" y="0"/>
                </a:lnTo>
                <a:close/>
              </a:path>
            </a:pathLst>
          </a:cu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sz="2000">
              <a:solidFill>
                <a:srgbClr val="FFFFFF"/>
              </a:solidFill>
              <a:cs typeface="Segoe UI" pitchFamily="34" charset="0"/>
            </a:endParaRPr>
          </a:p>
        </p:txBody>
      </p:sp>
    </p:spTree>
    <p:extLst>
      <p:ext uri="{BB962C8B-B14F-4D97-AF65-F5344CB8AC3E}">
        <p14:creationId xmlns:p14="http://schemas.microsoft.com/office/powerpoint/2010/main" val="132751804"/>
      </p:ext>
    </p:extLst>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Signoff/End slide">
    <p:bg>
      <p:bgPr>
        <a:solidFill>
          <a:schemeClr val="tx1"/>
        </a:solidFill>
        <a:effectLst/>
      </p:bgPr>
    </p:bg>
    <p:spTree>
      <p:nvGrpSpPr>
        <p:cNvPr id="1" name=""/>
        <p:cNvGrpSpPr/>
        <p:nvPr/>
      </p:nvGrpSpPr>
      <p:grpSpPr>
        <a:xfrm>
          <a:off x="0" y="0"/>
          <a:ext cx="0" cy="0"/>
          <a:chOff x="0" y="0"/>
          <a:chExt cx="0" cy="0"/>
        </a:xfrm>
      </p:grpSpPr>
      <p:sp>
        <p:nvSpPr>
          <p:cNvPr id="9" name="object 5" descr="Yellow-Blue MIS Identity bar">
            <a:extLst>
              <a:ext uri="{FF2B5EF4-FFF2-40B4-BE49-F238E27FC236}">
                <a16:creationId xmlns:a16="http://schemas.microsoft.com/office/drawing/2014/main" id="{6A378EBD-E5B4-A144-B609-1817629B412F}"/>
              </a:ext>
            </a:extLst>
          </p:cNvPr>
          <p:cNvSpPr/>
          <p:nvPr userDrawn="1"/>
        </p:nvSpPr>
        <p:spPr>
          <a:xfrm>
            <a:off x="0" y="3315973"/>
            <a:ext cx="3106264" cy="228600"/>
          </a:xfrm>
          <a:custGeom>
            <a:avLst/>
            <a:gdLst/>
            <a:ahLst/>
            <a:cxnLst/>
            <a:rect l="l" t="t" r="r" b="b"/>
            <a:pathLst>
              <a:path w="1993900" h="228600">
                <a:moveTo>
                  <a:pt x="1993900" y="0"/>
                </a:moveTo>
                <a:lnTo>
                  <a:pt x="0" y="0"/>
                </a:lnTo>
                <a:lnTo>
                  <a:pt x="0" y="228600"/>
                </a:lnTo>
                <a:lnTo>
                  <a:pt x="1993900" y="228600"/>
                </a:lnTo>
                <a:lnTo>
                  <a:pt x="1993900" y="0"/>
                </a:lnTo>
                <a:close/>
              </a:path>
            </a:pathLst>
          </a:cu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sz="2000">
              <a:solidFill>
                <a:srgbClr val="FFFFFF"/>
              </a:solidFill>
              <a:cs typeface="Segoe UI" pitchFamily="34" charset="0"/>
            </a:endParaRPr>
          </a:p>
        </p:txBody>
      </p:sp>
      <p:sp>
        <p:nvSpPr>
          <p:cNvPr id="5" name="object 3">
            <a:extLst>
              <a:ext uri="{FF2B5EF4-FFF2-40B4-BE49-F238E27FC236}">
                <a16:creationId xmlns:a16="http://schemas.microsoft.com/office/drawing/2014/main" id="{88B88553-FB25-E74A-B5AB-B835F0C76D10}"/>
              </a:ext>
            </a:extLst>
          </p:cNvPr>
          <p:cNvSpPr txBox="1"/>
          <p:nvPr userDrawn="1"/>
        </p:nvSpPr>
        <p:spPr>
          <a:xfrm>
            <a:off x="3323568" y="3146542"/>
            <a:ext cx="1141752" cy="567463"/>
          </a:xfrm>
          <a:prstGeom prst="rect">
            <a:avLst/>
          </a:prstGeom>
        </p:spPr>
        <p:txBody>
          <a:bodyPr vert="horz" wrap="square" lIns="0" tIns="13335" rIns="0" bIns="0" rtlCol="0" anchor="ctr">
            <a:spAutoFit/>
          </a:bodyPr>
          <a:lstStyle/>
          <a:p>
            <a:pPr marL="12700">
              <a:lnSpc>
                <a:spcPct val="100000"/>
              </a:lnSpc>
              <a:spcBef>
                <a:spcPts val="105"/>
              </a:spcBef>
            </a:pPr>
            <a:r>
              <a:rPr sz="1800" b="1" i="0" spc="10">
                <a:solidFill>
                  <a:srgbClr val="FFFFFF"/>
                </a:solidFill>
                <a:latin typeface="Segoe UI Semibold" panose="020B0502040204020203" pitchFamily="34" charset="0"/>
                <a:cs typeface="Segoe UI Semibold" panose="020B0502040204020203" pitchFamily="34" charset="0"/>
              </a:rPr>
              <a:t>Industry</a:t>
            </a:r>
            <a:r>
              <a:rPr sz="1800" b="1" i="0" spc="-30">
                <a:solidFill>
                  <a:srgbClr val="FFFFFF"/>
                </a:solidFill>
                <a:latin typeface="Segoe UI Semibold" panose="020B0502040204020203" pitchFamily="34" charset="0"/>
                <a:cs typeface="Segoe UI Semibold" panose="020B0502040204020203" pitchFamily="34" charset="0"/>
              </a:rPr>
              <a:t> </a:t>
            </a:r>
            <a:r>
              <a:rPr sz="1800" b="1" i="0">
                <a:solidFill>
                  <a:srgbClr val="FFFFFF"/>
                </a:solidFill>
                <a:latin typeface="Segoe UI Semibold" panose="020B0502040204020203" pitchFamily="34" charset="0"/>
                <a:cs typeface="Segoe UI Semibold" panose="020B0502040204020203" pitchFamily="34" charset="0"/>
              </a:rPr>
              <a:t>Solutions</a:t>
            </a:r>
            <a:endParaRPr sz="1800" b="1" i="0">
              <a:latin typeface="Segoe UI Semibold" panose="020B0502040204020203" pitchFamily="34" charset="0"/>
              <a:cs typeface="Segoe UI Semibold" panose="020B0502040204020203" pitchFamily="34" charset="0"/>
            </a:endParaRPr>
          </a:p>
        </p:txBody>
      </p:sp>
      <p:sp>
        <p:nvSpPr>
          <p:cNvPr id="4" name="Text Placeholder 3">
            <a:extLst>
              <a:ext uri="{FF2B5EF4-FFF2-40B4-BE49-F238E27FC236}">
                <a16:creationId xmlns:a16="http://schemas.microsoft.com/office/drawing/2014/main" id="{382009CA-1A7A-4506-BB9E-F2A388361269}"/>
              </a:ext>
            </a:extLst>
          </p:cNvPr>
          <p:cNvSpPr>
            <a:spLocks noGrp="1"/>
          </p:cNvSpPr>
          <p:nvPr>
            <p:ph type="body" sz="quarter" idx="10"/>
          </p:nvPr>
        </p:nvSpPr>
        <p:spPr>
          <a:xfrm>
            <a:off x="4838700" y="3291774"/>
            <a:ext cx="3581399" cy="276999"/>
          </a:xfrm>
        </p:spPr>
        <p:txBody>
          <a:bodyPr anchor="ctr"/>
          <a:lstStyle>
            <a:lvl1pPr marL="0" indent="0">
              <a:buNone/>
              <a:defRPr sz="1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10" name="Text Placeholder 3">
            <a:extLst>
              <a:ext uri="{FF2B5EF4-FFF2-40B4-BE49-F238E27FC236}">
                <a16:creationId xmlns:a16="http://schemas.microsoft.com/office/drawing/2014/main" id="{7FC8EDA0-0F3F-46F6-84EE-BC8F9B9146AB}"/>
              </a:ext>
            </a:extLst>
          </p:cNvPr>
          <p:cNvSpPr>
            <a:spLocks noGrp="1"/>
          </p:cNvSpPr>
          <p:nvPr>
            <p:ph type="body" sz="quarter" idx="11" hasCustomPrompt="1"/>
          </p:nvPr>
        </p:nvSpPr>
        <p:spPr>
          <a:xfrm>
            <a:off x="3323569" y="4382093"/>
            <a:ext cx="1515132" cy="215444"/>
          </a:xfrm>
        </p:spPr>
        <p:txBody>
          <a:bodyPr anchor="ctr"/>
          <a:lstStyle>
            <a:lvl1pPr marL="0" indent="0">
              <a:buNone/>
              <a:defRPr sz="14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Date</a:t>
            </a:r>
          </a:p>
        </p:txBody>
      </p:sp>
      <p:pic>
        <p:nvPicPr>
          <p:cNvPr id="8" name="object 4" descr="Microsoft logo white text version">
            <a:extLst>
              <a:ext uri="{FF2B5EF4-FFF2-40B4-BE49-F238E27FC236}">
                <a16:creationId xmlns:a16="http://schemas.microsoft.com/office/drawing/2014/main" id="{81433FD3-DE6E-8E46-A694-7E52D07A1AA7}"/>
              </a:ext>
            </a:extLst>
          </p:cNvPr>
          <p:cNvPicPr/>
          <p:nvPr userDrawn="1"/>
        </p:nvPicPr>
        <p:blipFill>
          <a:blip r:embed="rId2" cstate="print"/>
          <a:stretch>
            <a:fillRect/>
          </a:stretch>
        </p:blipFill>
        <p:spPr>
          <a:xfrm>
            <a:off x="8831988" y="2710383"/>
            <a:ext cx="2979012" cy="1439780"/>
          </a:xfrm>
          <a:prstGeom prst="rect">
            <a:avLst/>
          </a:prstGeom>
        </p:spPr>
      </p:pic>
      <p:sp>
        <p:nvSpPr>
          <p:cNvPr id="6" name="Text Box 3" descr="This is a copyright notice that should be included on the final slide">
            <a:extLst>
              <a:ext uri="{FF2B5EF4-FFF2-40B4-BE49-F238E27FC236}">
                <a16:creationId xmlns:a16="http://schemas.microsoft.com/office/drawing/2014/main" id="{EF815191-7FF0-4B7C-BA85-4C0DFFC9FF2E}"/>
              </a:ext>
            </a:extLst>
          </p:cNvPr>
          <p:cNvSpPr txBox="1">
            <a:spLocks noChangeArrowheads="1"/>
          </p:cNvSpPr>
          <p:nvPr userDrawn="1"/>
        </p:nvSpPr>
        <p:spPr bwMode="blackWhite">
          <a:xfrm>
            <a:off x="3810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bg1"/>
                </a:solidFill>
                <a:cs typeface="Segoe UI" pitchFamily="34" charset="0"/>
              </a:rPr>
              <a:t>© Copyright Microsoft Corporation. All rights reserved. </a:t>
            </a:r>
          </a:p>
        </p:txBody>
      </p:sp>
    </p:spTree>
    <p:extLst>
      <p:ext uri="{BB962C8B-B14F-4D97-AF65-F5344CB8AC3E}">
        <p14:creationId xmlns:p14="http://schemas.microsoft.com/office/powerpoint/2010/main" val="1281078326"/>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2088">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5" Type="http://schemas.openxmlformats.org/officeDocument/2006/relationships/tags" Target="../tags/tag2.xml"/><Relationship Id="rId16" Type="http://schemas.openxmlformats.org/officeDocument/2006/relationships/oleObject" Target="../embeddings/oleObject1.bin"/><Relationship Id="rId17"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 Id="rId9" Type="http://schemas.openxmlformats.org/officeDocument/2006/relationships/slideLayout" Target="../slideLayouts/slideLayout22.xml"/><Relationship Id="rId10" Type="http://schemas.openxmlformats.org/officeDocument/2006/relationships/slideLayout" Target="../slideLayouts/slideLayout23.xml"/><Relationship Id="rId11" Type="http://schemas.openxmlformats.org/officeDocument/2006/relationships/slideLayout" Target="../slideLayouts/slideLayout24.xml"/><Relationship Id="rId12" Type="http://schemas.openxmlformats.org/officeDocument/2006/relationships/slideLayout" Target="../slideLayouts/slideLayout25.xml"/><Relationship Id="rId13" Type="http://schemas.openxmlformats.org/officeDocument/2006/relationships/slideLayout" Target="../slideLayouts/slideLayout26.xml"/><Relationship Id="rId14" Type="http://schemas.openxmlformats.org/officeDocument/2006/relationships/slideLayout" Target="../slideLayouts/slideLayout27.xml"/><Relationship Id="rId15" Type="http://schemas.openxmlformats.org/officeDocument/2006/relationships/slideLayout" Target="../slideLayouts/slideLayout28.xml"/><Relationship Id="rId16" Type="http://schemas.openxmlformats.org/officeDocument/2006/relationships/slideLayout" Target="../slideLayouts/slideLayout29.xml"/><Relationship Id="rId17" Type="http://schemas.openxmlformats.org/officeDocument/2006/relationships/slideLayout" Target="../slideLayouts/slideLayout30.xml"/><Relationship Id="rId18" Type="http://schemas.openxmlformats.org/officeDocument/2006/relationships/slideLayout" Target="../slideLayouts/slideLayout31.xml"/><Relationship Id="rId19" Type="http://schemas.openxmlformats.org/officeDocument/2006/relationships/slideLayout" Target="../slideLayouts/slideLayout32.xml"/><Relationship Id="rId20" Type="http://schemas.openxmlformats.org/officeDocument/2006/relationships/slideLayout" Target="../slideLayouts/slideLayout33.xml"/><Relationship Id="rId21" Type="http://schemas.openxmlformats.org/officeDocument/2006/relationships/slideLayout" Target="../slideLayouts/slideLayout34.xml"/><Relationship Id="rId22" Type="http://schemas.openxmlformats.org/officeDocument/2006/relationships/slideLayout" Target="../slideLayouts/slideLayout35.xml"/><Relationship Id="rId23" Type="http://schemas.openxmlformats.org/officeDocument/2006/relationships/slideLayout" Target="../slideLayouts/slideLayout36.xml"/><Relationship Id="rId24" Type="http://schemas.openxmlformats.org/officeDocument/2006/relationships/slideLayout" Target="../slideLayouts/slideLayout37.xml"/><Relationship Id="rId25" Type="http://schemas.openxmlformats.org/officeDocument/2006/relationships/slideLayout" Target="../slideLayouts/slideLayout38.xml"/><Relationship Id="rId26" Type="http://schemas.openxmlformats.org/officeDocument/2006/relationships/slideLayout" Target="../slideLayouts/slideLayout39.xml"/><Relationship Id="rId27" Type="http://schemas.openxmlformats.org/officeDocument/2006/relationships/slideLayout" Target="../slideLayouts/slideLayout40.xml"/><Relationship Id="rId28" Type="http://schemas.openxmlformats.org/officeDocument/2006/relationships/slideLayout" Target="../slideLayouts/slideLayout41.xml"/><Relationship Id="rId29" Type="http://schemas.openxmlformats.org/officeDocument/2006/relationships/slideLayout" Target="../slideLayouts/slideLayout42.xml"/><Relationship Id="rId30" Type="http://schemas.openxmlformats.org/officeDocument/2006/relationships/slideLayout" Target="../slideLayouts/slideLayout43.xml"/><Relationship Id="rId31" Type="http://schemas.openxmlformats.org/officeDocument/2006/relationships/slideLayout" Target="../slideLayouts/slideLayout44.xml"/><Relationship Id="rId32" Type="http://schemas.openxmlformats.org/officeDocument/2006/relationships/slideLayout" Target="../slideLayouts/slideLayout45.xml"/><Relationship Id="rId33" Type="http://schemas.openxmlformats.org/officeDocument/2006/relationships/slideLayout" Target="../slideLayouts/slideLayout46.xml"/><Relationship Id="rId34" Type="http://schemas.openxmlformats.org/officeDocument/2006/relationships/slideLayout" Target="../slideLayouts/slideLayout47.xml"/><Relationship Id="rId35" Type="http://schemas.openxmlformats.org/officeDocument/2006/relationships/slideLayout" Target="../slideLayouts/slideLayout48.xml"/><Relationship Id="rId36" Type="http://schemas.openxmlformats.org/officeDocument/2006/relationships/slideLayout" Target="../slideLayouts/slideLayout49.xml"/><Relationship Id="rId37" Type="http://schemas.openxmlformats.org/officeDocument/2006/relationships/slideLayout" Target="../slideLayouts/slideLayout50.xml"/><Relationship Id="rId38" Type="http://schemas.openxmlformats.org/officeDocument/2006/relationships/slideLayout" Target="../slideLayouts/slideLayout51.xml"/><Relationship Id="rId39" Type="http://schemas.openxmlformats.org/officeDocument/2006/relationships/slideLayout" Target="../slideLayouts/slideLayout52.xml"/><Relationship Id="rId40" Type="http://schemas.openxmlformats.org/officeDocument/2006/relationships/slideLayout" Target="../slideLayouts/slideLayout53.xml"/><Relationship Id="rId41" Type="http://schemas.openxmlformats.org/officeDocument/2006/relationships/slideLayout" Target="../slideLayouts/slideLayout54.xml"/><Relationship Id="rId42" Type="http://schemas.openxmlformats.org/officeDocument/2006/relationships/slideLayout" Target="../slideLayouts/slideLayout55.xml"/><Relationship Id="rId43" Type="http://schemas.openxmlformats.org/officeDocument/2006/relationships/slideLayout" Target="../slideLayouts/slideLayout56.xml"/><Relationship Id="rId44" Type="http://schemas.openxmlformats.org/officeDocument/2006/relationships/slideLayout" Target="../slideLayouts/slideLayout57.xml"/><Relationship Id="rId45" Type="http://schemas.openxmlformats.org/officeDocument/2006/relationships/slideLayout" Target="../slideLayouts/slideLayout58.xml"/><Relationship Id="rId46" Type="http://schemas.openxmlformats.org/officeDocument/2006/relationships/slideLayout" Target="../slideLayouts/slideLayout59.xml"/><Relationship Id="rId47" Type="http://schemas.openxmlformats.org/officeDocument/2006/relationships/slideLayout" Target="../slideLayouts/slideLayout60.xml"/><Relationship Id="rId48" Type="http://schemas.openxmlformats.org/officeDocument/2006/relationships/slideLayout" Target="../slideLayouts/slideLayout61.xml"/><Relationship Id="rId49" Type="http://schemas.openxmlformats.org/officeDocument/2006/relationships/slideLayout" Target="../slideLayouts/slideLayout62.xml"/><Relationship Id="rId50" Type="http://schemas.openxmlformats.org/officeDocument/2006/relationships/slideLayout" Target="../slideLayouts/slideLayout63.xml"/><Relationship Id="rId51" Type="http://schemas.openxmlformats.org/officeDocument/2006/relationships/slideLayout" Target="../slideLayouts/slideLayout64.xml"/><Relationship Id="rId52" Type="http://schemas.openxmlformats.org/officeDocument/2006/relationships/slideLayout" Target="../slideLayouts/slideLayout65.xml"/><Relationship Id="rId53" Type="http://schemas.openxmlformats.org/officeDocument/2006/relationships/slideLayout" Target="../slideLayouts/slideLayout66.xml"/><Relationship Id="rId54" Type="http://schemas.openxmlformats.org/officeDocument/2006/relationships/slideLayout" Target="../slideLayouts/slideLayout67.xml"/><Relationship Id="rId55" Type="http://schemas.openxmlformats.org/officeDocument/2006/relationships/theme" Target="../theme/theme2.xml"/><Relationship Id="rId56" Type="http://schemas.openxmlformats.org/officeDocument/2006/relationships/tags" Target="../tags/tag3.xml"/><Relationship Id="rId57" Type="http://schemas.openxmlformats.org/officeDocument/2006/relationships/oleObject" Target="../embeddings/oleObject2.bin"/><Relationship Id="rId58" Type="http://schemas.openxmlformats.org/officeDocument/2006/relationships/image" Target="../media/image4.emf"/><Relationship Id="rId59" Type="http://schemas.openxmlformats.org/officeDocument/2006/relationships/image" Target="../media/image5.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3B34BEC6-BFB1-459C-396D-36D3DD26D40A}"/>
              </a:ext>
            </a:extLst>
          </p:cNvPr>
          <p:cNvGraphicFramePr>
            <a:graphicFrameLocks noChangeAspect="1"/>
          </p:cNvGraphicFramePr>
          <p:nvPr userDrawn="1">
            <p:custDataLst>
              <p:tags r:id="rId15"/>
            </p:custDataLst>
            <p:extLst>
              <p:ext uri="{D42A27DB-BD31-4B8C-83A1-F6EECF244321}">
                <p14:modId xmlns:p14="http://schemas.microsoft.com/office/powerpoint/2010/main" val="38543397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6" imgW="534" imgH="533" progId="TCLayout.ActiveDocument.1">
                  <p:embed/>
                </p:oleObj>
              </mc:Choice>
              <mc:Fallback>
                <p:oleObj name="think-cell Slide" r:id="rId16" imgW="534" imgH="533" progId="TCLayout.ActiveDocument.1">
                  <p:embed/>
                  <p:pic>
                    <p:nvPicPr>
                      <p:cNvPr id="8" name="think-cell data - do not delete" hidden="1">
                        <a:extLst>
                          <a:ext uri="{FF2B5EF4-FFF2-40B4-BE49-F238E27FC236}">
                            <a16:creationId xmlns:a16="http://schemas.microsoft.com/office/drawing/2014/main" id="{3B34BEC6-BFB1-459C-396D-36D3DD26D40A}"/>
                          </a:ext>
                        </a:extLst>
                      </p:cNvPr>
                      <p:cNvPicPr/>
                      <p:nvPr/>
                    </p:nvPicPr>
                    <p:blipFill>
                      <a:blip r:embed="rId17"/>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FA41703E-8407-1482-35FB-A7FFBA9B61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40AE509-70F3-D6B5-4E48-491E7CFE62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1D26CA-3173-B6AD-738D-8163E4BD977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7FA166E-0E09-4C15-AF89-36B31D2F0281}" type="datetimeFigureOut">
              <a:rPr lang="en-US" smtClean="0"/>
              <a:t>10/28/2026</a:t>
            </a:fld>
            <a:endParaRPr lang="en-US"/>
          </a:p>
        </p:txBody>
      </p:sp>
      <p:sp>
        <p:nvSpPr>
          <p:cNvPr id="5" name="Footer Placeholder 4">
            <a:extLst>
              <a:ext uri="{FF2B5EF4-FFF2-40B4-BE49-F238E27FC236}">
                <a16:creationId xmlns:a16="http://schemas.microsoft.com/office/drawing/2014/main" id="{AA786BC8-BF77-F48C-CED5-ED82A8F225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F9F41A4-833B-022D-8B01-4F85694909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E57EA3-4102-4FCB-A589-EC9FCEF494C0}" type="slidenum">
              <a:rPr lang="en-US" smtClean="0"/>
              <a:t>‹#›</a:t>
            </a:fld>
            <a:endParaRPr lang="en-US"/>
          </a:p>
        </p:txBody>
      </p:sp>
    </p:spTree>
    <p:extLst>
      <p:ext uri="{BB962C8B-B14F-4D97-AF65-F5344CB8AC3E}">
        <p14:creationId xmlns:p14="http://schemas.microsoft.com/office/powerpoint/2010/main" val="1577616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735" r:id="rId12"/>
    <p:sldLayoutId id="2147483746"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blackWhite">
      <p:bgPr>
        <a:gradFill>
          <a:gsLst>
            <a:gs pos="60000">
              <a:srgbClr val="61C5BE"/>
            </a:gs>
            <a:gs pos="30000">
              <a:srgbClr val="FFF200"/>
            </a:gs>
            <a:gs pos="99000">
              <a:schemeClr val="accent5"/>
            </a:gs>
          </a:gsLst>
          <a:lin ang="0" scaled="0"/>
        </a:gra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7FBC3CF-8130-A201-1BE3-5D713B24DBAB}"/>
              </a:ext>
            </a:extLst>
          </p:cNvPr>
          <p:cNvGraphicFramePr>
            <a:graphicFrameLocks noChangeAspect="1"/>
          </p:cNvGraphicFramePr>
          <p:nvPr userDrawn="1">
            <p:custDataLst>
              <p:tags r:id="rId56"/>
            </p:custDataLst>
            <p:extLst>
              <p:ext uri="{D42A27DB-BD31-4B8C-83A1-F6EECF244321}">
                <p14:modId xmlns:p14="http://schemas.microsoft.com/office/powerpoint/2010/main" val="151434713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7" imgW="503" imgH="503" progId="TCLayout.ActiveDocument.1">
                  <p:embed/>
                </p:oleObj>
              </mc:Choice>
              <mc:Fallback>
                <p:oleObj name="think-cell Slide" r:id="rId57" imgW="503" imgH="503" progId="TCLayout.ActiveDocument.1">
                  <p:embed/>
                  <p:pic>
                    <p:nvPicPr>
                      <p:cNvPr id="6" name="Object 5" hidden="1">
                        <a:extLst>
                          <a:ext uri="{FF2B5EF4-FFF2-40B4-BE49-F238E27FC236}">
                            <a16:creationId xmlns:a16="http://schemas.microsoft.com/office/drawing/2014/main" id="{77FBC3CF-8130-A201-1BE3-5D713B24DBAB}"/>
                          </a:ext>
                        </a:extLst>
                      </p:cNvPr>
                      <p:cNvPicPr/>
                      <p:nvPr/>
                    </p:nvPicPr>
                    <p:blipFill>
                      <a:blip r:embed="rId58"/>
                      <a:stretch>
                        <a:fillRect/>
                      </a:stretch>
                    </p:blipFill>
                    <p:spPr>
                      <a:xfrm>
                        <a:off x="1588" y="1588"/>
                        <a:ext cx="1588" cy="1588"/>
                      </a:xfrm>
                      <a:prstGeom prst="rect">
                        <a:avLst/>
                      </a:prstGeom>
                    </p:spPr>
                  </p:pic>
                </p:oleObj>
              </mc:Fallback>
            </mc:AlternateContent>
          </a:graphicData>
        </a:graphic>
      </p:graphicFrame>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2" name="Title Placeholder 1"/>
          <p:cNvSpPr>
            <a:spLocks noGrp="1"/>
          </p:cNvSpPr>
          <p:nvPr userDrawn="1">
            <p:ph type="title"/>
          </p:nvPr>
        </p:nvSpPr>
        <p:spPr>
          <a:xfrm>
            <a:off x="385064" y="457200"/>
            <a:ext cx="11424918"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381001" y="1435503"/>
            <a:ext cx="11424918" cy="1664045"/>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rotWithShape="1">
          <a:blip r:embed="rId59" cstate="hqprint">
            <a:extLst>
              <a:ext uri="{28A0092B-C50C-407E-A947-70E740481C1C}">
                <a14:useLocalDpi xmlns:a14="http://schemas.microsoft.com/office/drawing/2010/main"/>
              </a:ext>
            </a:extLst>
          </a:blip>
          <a:srcRect l="762"/>
          <a:stretch/>
        </p:blipFill>
        <p:spPr>
          <a:xfrm rot="5400000">
            <a:off x="9509760" y="2843773"/>
            <a:ext cx="6858000" cy="1170455"/>
          </a:xfrm>
          <a:prstGeom prst="rect">
            <a:avLst/>
          </a:prstGeom>
        </p:spPr>
      </p:pic>
    </p:spTree>
    <p:extLst>
      <p:ext uri="{BB962C8B-B14F-4D97-AF65-F5344CB8AC3E}">
        <p14:creationId xmlns:p14="http://schemas.microsoft.com/office/powerpoint/2010/main" val="1775894200"/>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 id="2147483683" r:id="rId22"/>
    <p:sldLayoutId id="2147483684" r:id="rId23"/>
    <p:sldLayoutId id="2147483685" r:id="rId24"/>
    <p:sldLayoutId id="2147483686" r:id="rId25"/>
    <p:sldLayoutId id="2147483687" r:id="rId26"/>
    <p:sldLayoutId id="2147483688" r:id="rId27"/>
    <p:sldLayoutId id="2147483689" r:id="rId28"/>
    <p:sldLayoutId id="2147483690" r:id="rId29"/>
    <p:sldLayoutId id="2147483691" r:id="rId30"/>
    <p:sldLayoutId id="2147483692" r:id="rId31"/>
    <p:sldLayoutId id="2147483693" r:id="rId32"/>
    <p:sldLayoutId id="2147483694" r:id="rId33"/>
    <p:sldLayoutId id="2147483695" r:id="rId34"/>
    <p:sldLayoutId id="2147483696" r:id="rId35"/>
    <p:sldLayoutId id="2147483697" r:id="rId36"/>
    <p:sldLayoutId id="2147483698" r:id="rId37"/>
    <p:sldLayoutId id="2147483699" r:id="rId38"/>
    <p:sldLayoutId id="2147483700" r:id="rId39"/>
    <p:sldLayoutId id="2147483701" r:id="rId40"/>
    <p:sldLayoutId id="2147483702" r:id="rId41"/>
    <p:sldLayoutId id="2147483703" r:id="rId42"/>
    <p:sldLayoutId id="2147483704" r:id="rId43"/>
    <p:sldLayoutId id="2147483705" r:id="rId44"/>
    <p:sldLayoutId id="2147483706" r:id="rId45"/>
    <p:sldLayoutId id="2147483707" r:id="rId46"/>
    <p:sldLayoutId id="2147483708" r:id="rId47"/>
    <p:sldLayoutId id="2147483709" r:id="rId48"/>
    <p:sldLayoutId id="2147483710" r:id="rId49"/>
    <p:sldLayoutId id="2147483711" r:id="rId50"/>
    <p:sldLayoutId id="2147483712" r:id="rId51"/>
    <p:sldLayoutId id="2147483713" r:id="rId52"/>
    <p:sldLayoutId id="2147483714" r:id="rId53"/>
    <p:sldLayoutId id="2147483715" r:id="rId54"/>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339725" marR="0" indent="-339725" algn="l" defTabSz="932742" rtl="0" eaLnBrk="1" fontAlgn="auto" latinLnBrk="0" hangingPunct="1">
        <a:lnSpc>
          <a:spcPct val="100000"/>
        </a:lnSpc>
        <a:spcBef>
          <a:spcPts val="1200"/>
        </a:spcBef>
        <a:spcAft>
          <a:spcPts val="400"/>
        </a:spcAft>
        <a:buClrTx/>
        <a:buSzPct val="100000"/>
        <a:buFont typeface="Arial" panose="020B0604020202020204" pitchFamily="34" charset="0"/>
        <a:buChar char="•"/>
        <a:tabLst/>
        <a:defRPr sz="2800" kern="1200" spc="0" baseline="0">
          <a:solidFill>
            <a:schemeClr val="tx1"/>
          </a:solidFill>
          <a:latin typeface="+mn-lt"/>
          <a:ea typeface="+mn-ea"/>
          <a:cs typeface="Segoe UI" panose="020B0502040204020203" pitchFamily="34" charset="0"/>
        </a:defRPr>
      </a:lvl1pPr>
      <a:lvl2pPr marL="690563" marR="0" indent="-228600" algn="l" defTabSz="932742" rtl="0" eaLnBrk="1" fontAlgn="auto" latinLnBrk="0" hangingPunct="1">
        <a:lnSpc>
          <a:spcPct val="100000"/>
        </a:lnSpc>
        <a:spcBef>
          <a:spcPct val="20000"/>
        </a:spcBef>
        <a:spcAft>
          <a:spcPts val="0"/>
        </a:spcAft>
        <a:buClrTx/>
        <a:buSzPct val="100000"/>
        <a:buFont typeface="Arial" panose="020B0604020202020204" pitchFamily="34" charset="0"/>
        <a:buChar char="‒"/>
        <a:tabLst/>
        <a:defRPr sz="2000" kern="1200" spc="0" baseline="0">
          <a:solidFill>
            <a:schemeClr val="tx1"/>
          </a:solidFill>
          <a:latin typeface="+mn-lt"/>
          <a:ea typeface="+mn-ea"/>
          <a:cs typeface="+mn-cs"/>
        </a:defRPr>
      </a:lvl2pPr>
      <a:lvl3pPr marL="914400" marR="0" indent="-200025" algn="l" defTabSz="932742" rtl="0" eaLnBrk="1" fontAlgn="auto" latinLnBrk="0" hangingPunct="1">
        <a:lnSpc>
          <a:spcPct val="100000"/>
        </a:lnSpc>
        <a:spcBef>
          <a:spcPct val="20000"/>
        </a:spcBef>
        <a:spcAft>
          <a:spcPts val="0"/>
        </a:spcAft>
        <a:buClrTx/>
        <a:buSzPct val="100000"/>
        <a:buFont typeface="Wingdings" panose="05000000000000000000" pitchFamily="2" charset="2"/>
        <a:buChar char="§"/>
        <a:tabLst/>
        <a:defRPr sz="1600" kern="1200" spc="0" baseline="0">
          <a:solidFill>
            <a:schemeClr val="tx1"/>
          </a:solidFill>
          <a:latin typeface="+mn-lt"/>
          <a:ea typeface="+mn-ea"/>
          <a:cs typeface="+mn-cs"/>
        </a:defRPr>
      </a:lvl3pPr>
      <a:lvl4pPr marL="1028700" marR="0" indent="-180975" algn="l" defTabSz="932742" rtl="0" eaLnBrk="1" fontAlgn="auto" latinLnBrk="0" hangingPunct="1">
        <a:lnSpc>
          <a:spcPct val="100000"/>
        </a:lnSpc>
        <a:spcBef>
          <a:spcPct val="20000"/>
        </a:spcBef>
        <a:spcAft>
          <a:spcPts val="0"/>
        </a:spcAft>
        <a:buClrTx/>
        <a:buSzPct val="100000"/>
        <a:buFont typeface="Arial" panose="020B0604020202020204" pitchFamily="34" charset="0"/>
        <a:buChar char="•"/>
        <a:tabLst/>
        <a:defRPr sz="1400" kern="1200" spc="0" baseline="0">
          <a:solidFill>
            <a:schemeClr val="tx1"/>
          </a:solidFill>
          <a:latin typeface="+mn-lt"/>
          <a:ea typeface="+mn-ea"/>
          <a:cs typeface="+mn-cs"/>
        </a:defRPr>
      </a:lvl4pPr>
      <a:lvl5pPr marL="1257300" marR="0" indent="-168275" algn="l" defTabSz="932742" rtl="0" eaLnBrk="1" fontAlgn="auto" latinLnBrk="0" hangingPunct="1">
        <a:lnSpc>
          <a:spcPct val="100000"/>
        </a:lnSpc>
        <a:spcBef>
          <a:spcPct val="20000"/>
        </a:spcBef>
        <a:spcAft>
          <a:spcPts val="0"/>
        </a:spcAft>
        <a:buClrTx/>
        <a:buSzPct val="100000"/>
        <a:buFont typeface="Arial" panose="020B0604020202020204" pitchFamily="34" charset="0"/>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40">
          <p15:clr>
            <a:srgbClr val="C35EA4"/>
          </p15:clr>
        </p15:guide>
        <p15:guide id="17" pos="7440">
          <p15:clr>
            <a:srgbClr val="C35EA4"/>
          </p15:clr>
        </p15:guide>
        <p15:guide id="25" orient="horz" pos="369">
          <p15:clr>
            <a:srgbClr val="C35EA4"/>
          </p15:clr>
        </p15:guide>
        <p15:guide id="26" orient="horz" pos="3949">
          <p15:clr>
            <a:srgbClr val="C35EA4"/>
          </p15:clr>
        </p15:guide>
        <p15:guide id="27" orient="horz" pos="2160">
          <p15:clr>
            <a:srgbClr val="5ACBF0"/>
          </p15:clr>
        </p15:guide>
        <p15:guide id="28" pos="144">
          <p15:clr>
            <a:srgbClr val="A4A3A4"/>
          </p15:clr>
        </p15:guide>
        <p15:guide id="29" orient="horz" pos="144">
          <p15:clr>
            <a:srgbClr val="A4A3A4"/>
          </p15:clr>
        </p15:guide>
        <p15:guide id="30" pos="7536">
          <p15:clr>
            <a:srgbClr val="A4A3A4"/>
          </p15:clr>
        </p15:guide>
        <p15:guide id="31" pos="1584">
          <p15:clr>
            <a:srgbClr val="C35EA4"/>
          </p15:clr>
        </p15:guide>
        <p15:guide id="32" pos="1704">
          <p15:clr>
            <a:srgbClr val="C35EA4"/>
          </p15:clr>
        </p15:guide>
        <p15:guide id="33" pos="3048">
          <p15:clr>
            <a:srgbClr val="C35EA4"/>
          </p15:clr>
        </p15:guide>
        <p15:guide id="34" pos="3168">
          <p15:clr>
            <a:srgbClr val="C35EA4"/>
          </p15:clr>
        </p15:guide>
        <p15:guide id="35" pos="4512">
          <p15:clr>
            <a:srgbClr val="C35EA4"/>
          </p15:clr>
        </p15:guide>
        <p15:guide id="36" pos="4632">
          <p15:clr>
            <a:srgbClr val="C35EA4"/>
          </p15:clr>
        </p15:guide>
        <p15:guide id="37" pos="5976">
          <p15:clr>
            <a:srgbClr val="C35EA4"/>
          </p15:clr>
        </p15:guide>
        <p15:guide id="38" pos="6096">
          <p15:clr>
            <a:srgbClr val="C35EA4"/>
          </p15:clr>
        </p15:guide>
        <p15:guide id="39" pos="3840">
          <p15:clr>
            <a:srgbClr val="5ACBF0"/>
          </p15:clr>
        </p15:guide>
        <p15:guide id="40" pos="5304">
          <p15:clr>
            <a:srgbClr val="5ACBF0"/>
          </p15:clr>
        </p15:guide>
        <p15:guide id="41" pos="6768">
          <p15:clr>
            <a:srgbClr val="5ACBF0"/>
          </p15:clr>
        </p15:guide>
        <p15:guide id="42" pos="2376">
          <p15:clr>
            <a:srgbClr val="5ACBF0"/>
          </p15:clr>
        </p15:guide>
        <p15:guide id="43" pos="912">
          <p15:clr>
            <a:srgbClr val="5ACBF0"/>
          </p15:clr>
        </p15:guide>
        <p15:guide id="44" orient="horz" pos="1440">
          <p15:clr>
            <a:srgbClr val="5ACBF0"/>
          </p15:clr>
        </p15:guide>
        <p15:guide id="45" orient="horz" pos="720">
          <p15:clr>
            <a:srgbClr val="5ACBF0"/>
          </p15:clr>
        </p15:guide>
        <p15:guide id="46" orient="horz" pos="2880">
          <p15:clr>
            <a:srgbClr val="5ACBF0"/>
          </p15:clr>
        </p15:guide>
        <p15:guide id="47" orient="horz" pos="3600">
          <p15:clr>
            <a:srgbClr val="5ACBF0"/>
          </p15:clr>
        </p15:guide>
        <p15:guide id="48" orient="horz" pos="4176">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1.jpeg"/><Relationship Id="rId4" Type="http://schemas.openxmlformats.org/officeDocument/2006/relationships/image" Target="../media/image12.svg"/></Relationships>
</file>

<file path=ppt/slides/_rels/slide2.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Layout" Target="../slideLayouts/slideLayout13.xml"/><Relationship Id="rId3" Type="http://schemas.openxmlformats.org/officeDocument/2006/relationships/notesSlide" Target="../notesSlides/notesSlide2.xml"/><Relationship Id="rId4" Type="http://schemas.openxmlformats.org/officeDocument/2006/relationships/oleObject" Target="../embeddings/oleObject3.bin"/><Relationship Id="rId5" Type="http://schemas.openxmlformats.org/officeDocument/2006/relationships/image" Target="../media/image13.emf"/><Relationship Id="rId6" Type="http://schemas.openxmlformats.org/officeDocument/2006/relationships/image" Target="../media/image14.png"/><Relationship Id="rId7" Type="http://schemas.openxmlformats.org/officeDocument/2006/relationships/hyperlink" Target="https://github.com/obilyachenko-sketch/Valis-Case-OB/blob/main/Analysis/output/SaaS_Q1_2026_raw_data.xlsx" TargetMode="External"/></Relationships>
</file>

<file path=ppt/slides/_rels/slide3.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Layout" Target="../slideLayouts/slideLayout13.xml"/><Relationship Id="rId3" Type="http://schemas.openxmlformats.org/officeDocument/2006/relationships/notesSlide" Target="../notesSlides/notesSlide3.xml"/><Relationship Id="rId4" Type="http://schemas.openxmlformats.org/officeDocument/2006/relationships/oleObject" Target="../embeddings/oleObject3.bin"/><Relationship Id="rId5" Type="http://schemas.openxmlformats.org/officeDocument/2006/relationships/image" Target="../media/image13.emf"/><Relationship Id="rId6" Type="http://schemas.openxmlformats.org/officeDocument/2006/relationships/image" Target="../media/image15.png"/><Relationship Id="rId7" Type="http://schemas.openxmlformats.org/officeDocument/2006/relationships/hyperlink" Target="https://github.com/obilyachenko-sketch/Valis-Case-OB/blob/main/Analysis/output/Hiring%20raw%20data.xlsx" TargetMode="External"/><Relationship Id="rId8" Type="http://schemas.openxmlformats.org/officeDocument/2006/relationships/image" Target="../media/image16.emf"/></Relationships>
</file>

<file path=ppt/slides/_rels/slide4.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Layout" Target="../slideLayouts/slideLayout13.xml"/><Relationship Id="rId3" Type="http://schemas.openxmlformats.org/officeDocument/2006/relationships/notesSlide" Target="../notesSlides/notesSlide4.xml"/><Relationship Id="rId4" Type="http://schemas.openxmlformats.org/officeDocument/2006/relationships/oleObject" Target="../embeddings/oleObject3.bin"/><Relationship Id="rId5" Type="http://schemas.openxmlformats.org/officeDocument/2006/relationships/image" Target="../media/image13.emf"/><Relationship Id="rId6" Type="http://schemas.openxmlformats.org/officeDocument/2006/relationships/hyperlink" Target="https://github.com/obilyachenko-sketch/Valis-Case-OB/blob/main/Analysis/output/Value%20number%20raw%20data.xlsx" TargetMode="External"/><Relationship Id="rId7"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Layout" Target="../slideLayouts/slideLayout13.xml"/><Relationship Id="rId3" Type="http://schemas.openxmlformats.org/officeDocument/2006/relationships/notesSlide" Target="../notesSlides/notesSlide5.xml"/><Relationship Id="rId4" Type="http://schemas.openxmlformats.org/officeDocument/2006/relationships/oleObject" Target="../embeddings/oleObject3.bin"/><Relationship Id="rId5" Type="http://schemas.openxmlformats.org/officeDocument/2006/relationships/image" Target="../media/image13.emf"/><Relationship Id="rId6" Type="http://schemas.openxmlformats.org/officeDocument/2006/relationships/hyperlink" Target="https://github.com/obilyachenko-sketch/Valis-Case-OB/tree/main/Analysis/taxform_automation" TargetMode="External"/><Relationship Id="rId7" Type="http://schemas.openxmlformats.org/officeDocument/2006/relationships/image" Target="../media/image18.png"/><Relationship Id="rId8" Type="http://schemas.openxmlformats.org/officeDocument/2006/relationships/image" Target="../media/image19.png"/></Relationships>
</file>

<file path=ppt/slides/_rels/slide6.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Layout" Target="../slideLayouts/slideLayout13.xml"/><Relationship Id="rId3" Type="http://schemas.openxmlformats.org/officeDocument/2006/relationships/notesSlide" Target="../notesSlides/notesSlide6.xml"/><Relationship Id="rId4" Type="http://schemas.openxmlformats.org/officeDocument/2006/relationships/oleObject" Target="../embeddings/oleObject3.bin"/><Relationship Id="rId5" Type="http://schemas.openxmlformats.org/officeDocument/2006/relationships/image" Target="../media/image13.emf"/><Relationship Id="rId6" Type="http://schemas.openxmlformats.org/officeDocument/2006/relationships/hyperlink" Target="https://github.com/obilyachenko-sketch/Valis-Case-OB" TargetMode="External"/><Relationship Id="rId7" Type="http://schemas.openxmlformats.org/officeDocument/2006/relationships/image" Target="../media/image20.svg"/><Relationship Id="rId8" Type="http://schemas.openxmlformats.org/officeDocument/2006/relationships/hyperlink" Target="https://github.com/obilyachenko-sketch/Valis-Case-OB/blob/main/Analysis/BUILD_LOG.md"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72" name="Picture 1371" descr="A propeller airplane flying through a cloudy blue sky&#10;&#10;Description automatically generated">
            <a:extLst>
              <a:ext uri="{FF2B5EF4-FFF2-40B4-BE49-F238E27FC236}">
                <a16:creationId xmlns:a16="http://schemas.microsoft.com/office/drawing/2014/main" id="{4CBA4307-8E32-4943-817B-35EBDCE80D5D}"/>
              </a:ext>
            </a:extLst>
          </p:cNvPr>
          <p:cNvPicPr>
            <a:picLocks noChangeAspect="1"/>
          </p:cNvPicPr>
          <p:nvPr/>
        </p:nvPicPr>
        <p:blipFill rotWithShape="1">
          <a:blip r:embed="rId3" cstate="screen">
            <a:extLst>
              <a:ext uri="{28A0092B-C50C-407E-A947-70E740481C1C}">
                <a14:useLocalDpi xmlns:a14="http://schemas.microsoft.com/office/drawing/2010/main" val="0"/>
              </a:ext>
            </a:extLst>
          </a:blip>
          <a:srcRect/>
          <a:stretch/>
        </p:blipFill>
        <p:spPr>
          <a:xfrm flipH="1">
            <a:off x="0" y="0"/>
            <a:ext cx="12192000" cy="6858000"/>
          </a:xfrm>
          <a:prstGeom prst="rect">
            <a:avLst/>
          </a:prstGeom>
        </p:spPr>
      </p:pic>
      <p:pic>
        <p:nvPicPr>
          <p:cNvPr id="1343" name="Graphic 1342">
            <a:extLst>
              <a:ext uri="{FF2B5EF4-FFF2-40B4-BE49-F238E27FC236}">
                <a16:creationId xmlns:a16="http://schemas.microsoft.com/office/drawing/2014/main" id="{F3D9FD9F-C6DB-4C53-A1F3-66D93EFAC568}"/>
              </a:ext>
            </a:extLst>
          </p:cNvPr>
          <p:cNvPicPr>
            <a:picLocks noChangeAspect="1"/>
          </p:cNvPicPr>
          <p:nvPr/>
        </p:nvPicPr>
        <p:blipFill rotWithShape="1">
          <a:blip cstate="screen">
            <a:extLst>
              <a:ext uri="{28A0092B-C50C-407E-A947-70E740481C1C}">
                <a14:useLocalDpi xmlns:a14="http://schemas.microsoft.com/office/drawing/2010/main" val="0"/>
              </a:ext>
              <a:ext uri="{96DAC541-7B7A-43D3-8B79-37D633B846F1}">
                <asvg:svgBlip xmlns:asvg="http://schemas.microsoft.com/office/drawing/2016/SVG/main" r:embed="rId4"/>
              </a:ext>
            </a:extLst>
          </a:blip>
          <a:srcRect l="15565" t="29678" r="11391" b="17954"/>
          <a:stretch/>
        </p:blipFill>
        <p:spPr>
          <a:xfrm>
            <a:off x="0" y="0"/>
            <a:ext cx="12192000" cy="6858000"/>
          </a:xfrm>
          <a:prstGeom prst="rect">
            <a:avLst/>
          </a:prstGeom>
        </p:spPr>
      </p:pic>
      <p:sp>
        <p:nvSpPr>
          <p:cNvPr id="4" name="Title 3">
            <a:extLst>
              <a:ext uri="{FF2B5EF4-FFF2-40B4-BE49-F238E27FC236}">
                <a16:creationId xmlns:a16="http://schemas.microsoft.com/office/drawing/2014/main" id="{D25A7097-F128-44C8-9EE0-1A9AAF0AF864}"/>
              </a:ext>
            </a:extLst>
          </p:cNvPr>
          <p:cNvSpPr>
            <a:spLocks noGrp="1"/>
          </p:cNvSpPr>
          <p:nvPr>
            <p:ph type="title"/>
          </p:nvPr>
        </p:nvSpPr>
        <p:spPr>
          <a:xfrm>
            <a:off x="494501" y="2814241"/>
            <a:ext cx="5412487" cy="535531"/>
          </a:xfrm>
        </p:spPr>
        <p:txBody>
          <a:bodyPr/>
          <a:lstStyle/>
          <a:p>
            <a:r>
              <a:rPr lang="en-US" sz="3200" b="1" dirty="0">
                <a:solidFill>
                  <a:schemeClr val="accent1"/>
                </a:solidFill>
              </a:rPr>
              <a:t>Discussion materials</a:t>
            </a:r>
            <a:endParaRPr lang="en-US" sz="3200" b="1" dirty="0">
              <a:solidFill>
                <a:schemeClr val="bg1"/>
              </a:solidFill>
            </a:endParaRPr>
          </a:p>
        </p:txBody>
      </p:sp>
      <p:grpSp>
        <p:nvGrpSpPr>
          <p:cNvPr id="1389" name="Group 1388">
            <a:extLst>
              <a:ext uri="{FF2B5EF4-FFF2-40B4-BE49-F238E27FC236}">
                <a16:creationId xmlns:a16="http://schemas.microsoft.com/office/drawing/2014/main" id="{6EB4CA66-6201-47EE-B8A2-D048A72B65B4}"/>
              </a:ext>
            </a:extLst>
          </p:cNvPr>
          <p:cNvGrpSpPr/>
          <p:nvPr/>
        </p:nvGrpSpPr>
        <p:grpSpPr>
          <a:xfrm>
            <a:off x="10895511" y="505460"/>
            <a:ext cx="599440" cy="599440"/>
            <a:chOff x="9435011" y="2219960"/>
            <a:chExt cx="599440" cy="599440"/>
          </a:xfrm>
        </p:grpSpPr>
        <p:sp>
          <p:nvSpPr>
            <p:cNvPr id="1347" name="Oval 1346">
              <a:extLst>
                <a:ext uri="{FF2B5EF4-FFF2-40B4-BE49-F238E27FC236}">
                  <a16:creationId xmlns:a16="http://schemas.microsoft.com/office/drawing/2014/main" id="{B09F0C03-45F1-4EE6-95C3-60AC209BAB5D}"/>
                </a:ext>
              </a:extLst>
            </p:cNvPr>
            <p:cNvSpPr/>
            <p:nvPr/>
          </p:nvSpPr>
          <p:spPr bwMode="auto">
            <a:xfrm>
              <a:off x="9435011" y="2219960"/>
              <a:ext cx="599440" cy="599440"/>
            </a:xfrm>
            <a:prstGeom prst="ellipse">
              <a:avLst/>
            </a:prstGeom>
            <a:solidFill>
              <a:schemeClr val="accent1">
                <a:alpha val="28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49" fontAlgn="base">
                <a:spcBef>
                  <a:spcPct val="0"/>
                </a:spcBef>
                <a:spcAft>
                  <a:spcPct val="0"/>
                </a:spcAft>
                <a:defRPr/>
              </a:pPr>
              <a:r>
                <a:rPr lang="en-US" sz="1600" dirty="0">
                  <a:solidFill>
                    <a:srgbClr val="FFFFFF"/>
                  </a:solidFill>
                  <a:latin typeface="Segoe UI"/>
                  <a:cs typeface="Segoe UI" pitchFamily="34" charset="0"/>
                </a:rPr>
                <a:t>V</a:t>
              </a:r>
            </a:p>
          </p:txBody>
        </p:sp>
        <p:sp>
          <p:nvSpPr>
            <p:cNvPr id="1345" name="Oval 1344">
              <a:extLst>
                <a:ext uri="{FF2B5EF4-FFF2-40B4-BE49-F238E27FC236}">
                  <a16:creationId xmlns:a16="http://schemas.microsoft.com/office/drawing/2014/main" id="{A8B8549F-9D87-4AF5-BCD7-2879A72D7CC1}"/>
                </a:ext>
              </a:extLst>
            </p:cNvPr>
            <p:cNvSpPr/>
            <p:nvPr/>
          </p:nvSpPr>
          <p:spPr bwMode="auto">
            <a:xfrm>
              <a:off x="9564698" y="2349647"/>
              <a:ext cx="340067" cy="340067"/>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49" fontAlgn="base">
                <a:spcBef>
                  <a:spcPct val="0"/>
                </a:spcBef>
                <a:spcAft>
                  <a:spcPct val="0"/>
                </a:spcAft>
                <a:defRPr/>
              </a:pPr>
              <a:endParaRPr lang="en-US" sz="2000" dirty="0">
                <a:solidFill>
                  <a:srgbClr val="FFFFFF"/>
                </a:solidFill>
                <a:latin typeface="Segoe UI"/>
                <a:ea typeface="Segoe UI" pitchFamily="34" charset="0"/>
                <a:cs typeface="Segoe UI" pitchFamily="34" charset="0"/>
              </a:endParaRPr>
            </a:p>
          </p:txBody>
        </p:sp>
        <p:sp>
          <p:nvSpPr>
            <p:cNvPr id="1346" name="Airplane_E709" title="Icon of an airplane">
              <a:extLst>
                <a:ext uri="{FF2B5EF4-FFF2-40B4-BE49-F238E27FC236}">
                  <a16:creationId xmlns:a16="http://schemas.microsoft.com/office/drawing/2014/main" id="{8D1CD668-D0A6-4696-B0D2-E095566642C8}"/>
                </a:ext>
              </a:extLst>
            </p:cNvPr>
            <p:cNvSpPr>
              <a:spLocks noChangeAspect="1"/>
            </p:cNvSpPr>
            <p:nvPr/>
          </p:nvSpPr>
          <p:spPr bwMode="auto">
            <a:xfrm rot="19764935">
              <a:off x="9632337" y="2415931"/>
              <a:ext cx="204788" cy="207498"/>
            </a:xfrm>
            <a:custGeom>
              <a:avLst/>
              <a:gdLst>
                <a:gd name="T0" fmla="*/ 1002 w 3707"/>
                <a:gd name="T1" fmla="*/ 3755 h 3755"/>
                <a:gd name="T2" fmla="*/ 1502 w 3707"/>
                <a:gd name="T3" fmla="*/ 2253 h 3755"/>
                <a:gd name="T4" fmla="*/ 751 w 3707"/>
                <a:gd name="T5" fmla="*/ 2253 h 3755"/>
                <a:gd name="T6" fmla="*/ 625 w 3707"/>
                <a:gd name="T7" fmla="*/ 2503 h 3755"/>
                <a:gd name="T8" fmla="*/ 0 w 3707"/>
                <a:gd name="T9" fmla="*/ 2503 h 3755"/>
                <a:gd name="T10" fmla="*/ 209 w 3707"/>
                <a:gd name="T11" fmla="*/ 1877 h 3755"/>
                <a:gd name="T12" fmla="*/ 0 w 3707"/>
                <a:gd name="T13" fmla="*/ 1251 h 3755"/>
                <a:gd name="T14" fmla="*/ 625 w 3707"/>
                <a:gd name="T15" fmla="*/ 1251 h 3755"/>
                <a:gd name="T16" fmla="*/ 751 w 3707"/>
                <a:gd name="T17" fmla="*/ 1502 h 3755"/>
                <a:gd name="T18" fmla="*/ 1502 w 3707"/>
                <a:gd name="T19" fmla="*/ 1502 h 3755"/>
                <a:gd name="T20" fmla="*/ 1002 w 3707"/>
                <a:gd name="T21" fmla="*/ 0 h 3755"/>
                <a:gd name="T22" fmla="*/ 1627 w 3707"/>
                <a:gd name="T23" fmla="*/ 0 h 3755"/>
                <a:gd name="T24" fmla="*/ 2378 w 3707"/>
                <a:gd name="T25" fmla="*/ 1502 h 3755"/>
                <a:gd name="T26" fmla="*/ 3331 w 3707"/>
                <a:gd name="T27" fmla="*/ 1502 h 3755"/>
                <a:gd name="T28" fmla="*/ 3707 w 3707"/>
                <a:gd name="T29" fmla="*/ 1877 h 3755"/>
                <a:gd name="T30" fmla="*/ 3331 w 3707"/>
                <a:gd name="T31" fmla="*/ 2253 h 3755"/>
                <a:gd name="T32" fmla="*/ 2378 w 3707"/>
                <a:gd name="T33" fmla="*/ 2253 h 3755"/>
                <a:gd name="T34" fmla="*/ 1627 w 3707"/>
                <a:gd name="T35" fmla="*/ 3755 h 3755"/>
                <a:gd name="T36" fmla="*/ 1002 w 3707"/>
                <a:gd name="T37" fmla="*/ 3755 h 3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707" h="3755">
                  <a:moveTo>
                    <a:pt x="1002" y="3755"/>
                  </a:moveTo>
                  <a:cubicBezTo>
                    <a:pt x="1502" y="2253"/>
                    <a:pt x="1502" y="2253"/>
                    <a:pt x="1502" y="2253"/>
                  </a:cubicBezTo>
                  <a:cubicBezTo>
                    <a:pt x="751" y="2253"/>
                    <a:pt x="751" y="2253"/>
                    <a:pt x="751" y="2253"/>
                  </a:cubicBezTo>
                  <a:cubicBezTo>
                    <a:pt x="625" y="2503"/>
                    <a:pt x="625" y="2503"/>
                    <a:pt x="625" y="2503"/>
                  </a:cubicBezTo>
                  <a:cubicBezTo>
                    <a:pt x="0" y="2503"/>
                    <a:pt x="0" y="2503"/>
                    <a:pt x="0" y="2503"/>
                  </a:cubicBezTo>
                  <a:cubicBezTo>
                    <a:pt x="209" y="1877"/>
                    <a:pt x="209" y="1877"/>
                    <a:pt x="209" y="1877"/>
                  </a:cubicBezTo>
                  <a:cubicBezTo>
                    <a:pt x="0" y="1251"/>
                    <a:pt x="0" y="1251"/>
                    <a:pt x="0" y="1251"/>
                  </a:cubicBezTo>
                  <a:cubicBezTo>
                    <a:pt x="625" y="1251"/>
                    <a:pt x="625" y="1251"/>
                    <a:pt x="625" y="1251"/>
                  </a:cubicBezTo>
                  <a:cubicBezTo>
                    <a:pt x="751" y="1502"/>
                    <a:pt x="751" y="1502"/>
                    <a:pt x="751" y="1502"/>
                  </a:cubicBezTo>
                  <a:cubicBezTo>
                    <a:pt x="1502" y="1502"/>
                    <a:pt x="1502" y="1502"/>
                    <a:pt x="1502" y="1502"/>
                  </a:cubicBezTo>
                  <a:cubicBezTo>
                    <a:pt x="1002" y="0"/>
                    <a:pt x="1002" y="0"/>
                    <a:pt x="1002" y="0"/>
                  </a:cubicBezTo>
                  <a:cubicBezTo>
                    <a:pt x="1627" y="0"/>
                    <a:pt x="1627" y="0"/>
                    <a:pt x="1627" y="0"/>
                  </a:cubicBezTo>
                  <a:cubicBezTo>
                    <a:pt x="2378" y="1502"/>
                    <a:pt x="2378" y="1502"/>
                    <a:pt x="2378" y="1502"/>
                  </a:cubicBezTo>
                  <a:cubicBezTo>
                    <a:pt x="3331" y="1502"/>
                    <a:pt x="3331" y="1502"/>
                    <a:pt x="3331" y="1502"/>
                  </a:cubicBezTo>
                  <a:cubicBezTo>
                    <a:pt x="3538" y="1502"/>
                    <a:pt x="3707" y="1670"/>
                    <a:pt x="3707" y="1877"/>
                  </a:cubicBezTo>
                  <a:cubicBezTo>
                    <a:pt x="3707" y="2084"/>
                    <a:pt x="3538" y="2253"/>
                    <a:pt x="3331" y="2253"/>
                  </a:cubicBezTo>
                  <a:cubicBezTo>
                    <a:pt x="2378" y="2253"/>
                    <a:pt x="2378" y="2253"/>
                    <a:pt x="2378" y="2253"/>
                  </a:cubicBezTo>
                  <a:cubicBezTo>
                    <a:pt x="1627" y="3755"/>
                    <a:pt x="1627" y="3755"/>
                    <a:pt x="1627" y="3755"/>
                  </a:cubicBezTo>
                  <a:lnTo>
                    <a:pt x="1002" y="3755"/>
                  </a:lnTo>
                  <a:close/>
                </a:path>
              </a:pathLst>
            </a:custGeom>
            <a:noFill/>
            <a:ln w="15875"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defTabSz="914344">
                <a:defRPr/>
              </a:pPr>
              <a:endParaRPr lang="en-US" sz="900" dirty="0">
                <a:gradFill>
                  <a:gsLst>
                    <a:gs pos="0">
                      <a:srgbClr val="505050"/>
                    </a:gs>
                    <a:gs pos="100000">
                      <a:srgbClr val="505050"/>
                    </a:gs>
                  </a:gsLst>
                  <a:lin ang="5400000" scaled="1"/>
                </a:gradFill>
                <a:latin typeface="Segoe UI"/>
              </a:endParaRPr>
            </a:p>
          </p:txBody>
        </p:sp>
      </p:grpSp>
      <p:grpSp>
        <p:nvGrpSpPr>
          <p:cNvPr id="1387" name="Group 1386">
            <a:extLst>
              <a:ext uri="{FF2B5EF4-FFF2-40B4-BE49-F238E27FC236}">
                <a16:creationId xmlns:a16="http://schemas.microsoft.com/office/drawing/2014/main" id="{D428A82C-E12C-4AAA-83E1-5A927C754094}"/>
              </a:ext>
            </a:extLst>
          </p:cNvPr>
          <p:cNvGrpSpPr/>
          <p:nvPr/>
        </p:nvGrpSpPr>
        <p:grpSpPr>
          <a:xfrm>
            <a:off x="9009561" y="5283835"/>
            <a:ext cx="599440" cy="599440"/>
            <a:chOff x="6558461" y="4610735"/>
            <a:chExt cx="599440" cy="599440"/>
          </a:xfrm>
        </p:grpSpPr>
        <p:sp>
          <p:nvSpPr>
            <p:cNvPr id="1356" name="Oval 1355">
              <a:extLst>
                <a:ext uri="{FF2B5EF4-FFF2-40B4-BE49-F238E27FC236}">
                  <a16:creationId xmlns:a16="http://schemas.microsoft.com/office/drawing/2014/main" id="{E0F01EBB-45E6-4430-AE65-85085C2828AF}"/>
                </a:ext>
              </a:extLst>
            </p:cNvPr>
            <p:cNvSpPr/>
            <p:nvPr/>
          </p:nvSpPr>
          <p:spPr bwMode="auto">
            <a:xfrm>
              <a:off x="6558461" y="4610735"/>
              <a:ext cx="599440" cy="599440"/>
            </a:xfrm>
            <a:prstGeom prst="ellipse">
              <a:avLst/>
            </a:prstGeom>
            <a:solidFill>
              <a:schemeClr val="accent1">
                <a:alpha val="28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49" fontAlgn="base">
                <a:spcBef>
                  <a:spcPct val="0"/>
                </a:spcBef>
                <a:spcAft>
                  <a:spcPct val="0"/>
                </a:spcAft>
                <a:defRPr/>
              </a:pPr>
              <a:endParaRPr lang="en-US" sz="1600" dirty="0">
                <a:solidFill>
                  <a:srgbClr val="FFFFFF"/>
                </a:solidFill>
                <a:latin typeface="Segoe UI"/>
                <a:cs typeface="Segoe UI" pitchFamily="34" charset="0"/>
              </a:endParaRPr>
            </a:p>
          </p:txBody>
        </p:sp>
        <p:sp>
          <p:nvSpPr>
            <p:cNvPr id="1357" name="Oval 1356">
              <a:extLst>
                <a:ext uri="{FF2B5EF4-FFF2-40B4-BE49-F238E27FC236}">
                  <a16:creationId xmlns:a16="http://schemas.microsoft.com/office/drawing/2014/main" id="{7034EB2A-CDEB-4B87-8DD6-10BF593007E6}"/>
                </a:ext>
              </a:extLst>
            </p:cNvPr>
            <p:cNvSpPr/>
            <p:nvPr/>
          </p:nvSpPr>
          <p:spPr bwMode="auto">
            <a:xfrm>
              <a:off x="6688148" y="4740422"/>
              <a:ext cx="340067" cy="340067"/>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49" fontAlgn="base">
                <a:spcBef>
                  <a:spcPct val="0"/>
                </a:spcBef>
                <a:spcAft>
                  <a:spcPct val="0"/>
                </a:spcAft>
                <a:defRPr/>
              </a:pPr>
              <a:endParaRPr lang="en-US" sz="2000" dirty="0">
                <a:solidFill>
                  <a:srgbClr val="FFFFFF"/>
                </a:solidFill>
                <a:latin typeface="Segoe UI"/>
                <a:ea typeface="Segoe UI" pitchFamily="34" charset="0"/>
                <a:cs typeface="Segoe UI" pitchFamily="34" charset="0"/>
              </a:endParaRPr>
            </a:p>
          </p:txBody>
        </p:sp>
        <p:sp>
          <p:nvSpPr>
            <p:cNvPr id="1361" name="Boat" title="Icon of a large boat">
              <a:extLst>
                <a:ext uri="{FF2B5EF4-FFF2-40B4-BE49-F238E27FC236}">
                  <a16:creationId xmlns:a16="http://schemas.microsoft.com/office/drawing/2014/main" id="{B5275F7F-F5C9-4123-A6EC-4F33B0E01361}"/>
                </a:ext>
              </a:extLst>
            </p:cNvPr>
            <p:cNvSpPr>
              <a:spLocks noChangeAspect="1" noEditPoints="1"/>
            </p:cNvSpPr>
            <p:nvPr/>
          </p:nvSpPr>
          <p:spPr bwMode="auto">
            <a:xfrm>
              <a:off x="6754656" y="4820770"/>
              <a:ext cx="207051" cy="179370"/>
            </a:xfrm>
            <a:custGeom>
              <a:avLst/>
              <a:gdLst>
                <a:gd name="T0" fmla="*/ 158 w 316"/>
                <a:gd name="T1" fmla="*/ 42 h 274"/>
                <a:gd name="T2" fmla="*/ 221 w 316"/>
                <a:gd name="T3" fmla="*/ 42 h 274"/>
                <a:gd name="T4" fmla="*/ 241 w 316"/>
                <a:gd name="T5" fmla="*/ 84 h 274"/>
                <a:gd name="T6" fmla="*/ 262 w 316"/>
                <a:gd name="T7" fmla="*/ 84 h 274"/>
                <a:gd name="T8" fmla="*/ 262 w 316"/>
                <a:gd name="T9" fmla="*/ 160 h 274"/>
                <a:gd name="T10" fmla="*/ 311 w 316"/>
                <a:gd name="T11" fmla="*/ 176 h 274"/>
                <a:gd name="T12" fmla="*/ 268 w 316"/>
                <a:gd name="T13" fmla="*/ 263 h 274"/>
                <a:gd name="T14" fmla="*/ 253 w 316"/>
                <a:gd name="T15" fmla="*/ 273 h 274"/>
                <a:gd name="T16" fmla="*/ 205 w 316"/>
                <a:gd name="T17" fmla="*/ 252 h 274"/>
                <a:gd name="T18" fmla="*/ 158 w 316"/>
                <a:gd name="T19" fmla="*/ 274 h 274"/>
                <a:gd name="T20" fmla="*/ 111 w 316"/>
                <a:gd name="T21" fmla="*/ 252 h 274"/>
                <a:gd name="T22" fmla="*/ 63 w 316"/>
                <a:gd name="T23" fmla="*/ 273 h 274"/>
                <a:gd name="T24" fmla="*/ 48 w 316"/>
                <a:gd name="T25" fmla="*/ 263 h 274"/>
                <a:gd name="T26" fmla="*/ 5 w 316"/>
                <a:gd name="T27" fmla="*/ 176 h 274"/>
                <a:gd name="T28" fmla="*/ 54 w 316"/>
                <a:gd name="T29" fmla="*/ 160 h 274"/>
                <a:gd name="T30" fmla="*/ 54 w 316"/>
                <a:gd name="T31" fmla="*/ 84 h 274"/>
                <a:gd name="T32" fmla="*/ 74 w 316"/>
                <a:gd name="T33" fmla="*/ 84 h 274"/>
                <a:gd name="T34" fmla="*/ 95 w 316"/>
                <a:gd name="T35" fmla="*/ 42 h 274"/>
                <a:gd name="T36" fmla="*/ 158 w 316"/>
                <a:gd name="T37" fmla="*/ 42 h 274"/>
                <a:gd name="T38" fmla="*/ 179 w 316"/>
                <a:gd name="T39" fmla="*/ 42 h 274"/>
                <a:gd name="T40" fmla="*/ 179 w 316"/>
                <a:gd name="T41" fmla="*/ 0 h 274"/>
                <a:gd name="T42" fmla="*/ 137 w 316"/>
                <a:gd name="T43" fmla="*/ 0 h 274"/>
                <a:gd name="T44" fmla="*/ 137 w 316"/>
                <a:gd name="T45" fmla="*/ 42 h 274"/>
                <a:gd name="T46" fmla="*/ 262 w 316"/>
                <a:gd name="T47" fmla="*/ 160 h 274"/>
                <a:gd name="T48" fmla="*/ 158 w 316"/>
                <a:gd name="T49" fmla="*/ 127 h 274"/>
                <a:gd name="T50" fmla="*/ 54 w 316"/>
                <a:gd name="T51" fmla="*/ 160 h 274"/>
                <a:gd name="T52" fmla="*/ 74 w 316"/>
                <a:gd name="T53" fmla="*/ 84 h 274"/>
                <a:gd name="T54" fmla="*/ 241 w 316"/>
                <a:gd name="T55" fmla="*/ 84 h 274"/>
                <a:gd name="T56" fmla="*/ 158 w 316"/>
                <a:gd name="T57" fmla="*/ 271 h 274"/>
                <a:gd name="T58" fmla="*/ 158 w 316"/>
                <a:gd name="T59" fmla="*/ 129 h 274"/>
                <a:gd name="T60" fmla="*/ 0 w 316"/>
                <a:gd name="T61" fmla="*/ 253 h 274"/>
                <a:gd name="T62" fmla="*/ 41 w 316"/>
                <a:gd name="T63" fmla="*/ 253 h 274"/>
                <a:gd name="T64" fmla="*/ 275 w 316"/>
                <a:gd name="T65" fmla="*/ 253 h 274"/>
                <a:gd name="T66" fmla="*/ 316 w 316"/>
                <a:gd name="T67" fmla="*/ 253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16" h="274">
                  <a:moveTo>
                    <a:pt x="158" y="42"/>
                  </a:moveTo>
                  <a:cubicBezTo>
                    <a:pt x="221" y="42"/>
                    <a:pt x="221" y="42"/>
                    <a:pt x="221" y="42"/>
                  </a:cubicBezTo>
                  <a:cubicBezTo>
                    <a:pt x="241" y="84"/>
                    <a:pt x="241" y="84"/>
                    <a:pt x="241" y="84"/>
                  </a:cubicBezTo>
                  <a:cubicBezTo>
                    <a:pt x="262" y="84"/>
                    <a:pt x="262" y="84"/>
                    <a:pt x="262" y="84"/>
                  </a:cubicBezTo>
                  <a:cubicBezTo>
                    <a:pt x="262" y="160"/>
                    <a:pt x="262" y="160"/>
                    <a:pt x="262" y="160"/>
                  </a:cubicBezTo>
                  <a:cubicBezTo>
                    <a:pt x="311" y="176"/>
                    <a:pt x="311" y="176"/>
                    <a:pt x="311" y="176"/>
                  </a:cubicBezTo>
                  <a:cubicBezTo>
                    <a:pt x="268" y="263"/>
                    <a:pt x="268" y="263"/>
                    <a:pt x="268" y="263"/>
                  </a:cubicBezTo>
                  <a:cubicBezTo>
                    <a:pt x="268" y="263"/>
                    <a:pt x="264" y="273"/>
                    <a:pt x="253" y="273"/>
                  </a:cubicBezTo>
                  <a:cubicBezTo>
                    <a:pt x="232" y="273"/>
                    <a:pt x="226" y="252"/>
                    <a:pt x="205" y="252"/>
                  </a:cubicBezTo>
                  <a:cubicBezTo>
                    <a:pt x="188" y="252"/>
                    <a:pt x="177" y="274"/>
                    <a:pt x="158" y="274"/>
                  </a:cubicBezTo>
                  <a:cubicBezTo>
                    <a:pt x="139" y="274"/>
                    <a:pt x="128" y="252"/>
                    <a:pt x="111" y="252"/>
                  </a:cubicBezTo>
                  <a:cubicBezTo>
                    <a:pt x="90" y="252"/>
                    <a:pt x="84" y="273"/>
                    <a:pt x="63" y="273"/>
                  </a:cubicBezTo>
                  <a:cubicBezTo>
                    <a:pt x="52" y="273"/>
                    <a:pt x="48" y="263"/>
                    <a:pt x="48" y="263"/>
                  </a:cubicBezTo>
                  <a:cubicBezTo>
                    <a:pt x="5" y="176"/>
                    <a:pt x="5" y="176"/>
                    <a:pt x="5" y="176"/>
                  </a:cubicBezTo>
                  <a:cubicBezTo>
                    <a:pt x="54" y="160"/>
                    <a:pt x="54" y="160"/>
                    <a:pt x="54" y="160"/>
                  </a:cubicBezTo>
                  <a:cubicBezTo>
                    <a:pt x="54" y="84"/>
                    <a:pt x="54" y="84"/>
                    <a:pt x="54" y="84"/>
                  </a:cubicBezTo>
                  <a:cubicBezTo>
                    <a:pt x="74" y="84"/>
                    <a:pt x="74" y="84"/>
                    <a:pt x="74" y="84"/>
                  </a:cubicBezTo>
                  <a:cubicBezTo>
                    <a:pt x="95" y="42"/>
                    <a:pt x="95" y="42"/>
                    <a:pt x="95" y="42"/>
                  </a:cubicBezTo>
                  <a:cubicBezTo>
                    <a:pt x="158" y="42"/>
                    <a:pt x="158" y="42"/>
                    <a:pt x="158" y="42"/>
                  </a:cubicBezTo>
                  <a:moveTo>
                    <a:pt x="179" y="42"/>
                  </a:moveTo>
                  <a:cubicBezTo>
                    <a:pt x="179" y="0"/>
                    <a:pt x="179" y="0"/>
                    <a:pt x="179" y="0"/>
                  </a:cubicBezTo>
                  <a:cubicBezTo>
                    <a:pt x="137" y="0"/>
                    <a:pt x="137" y="0"/>
                    <a:pt x="137" y="0"/>
                  </a:cubicBezTo>
                  <a:cubicBezTo>
                    <a:pt x="137" y="42"/>
                    <a:pt x="137" y="42"/>
                    <a:pt x="137" y="42"/>
                  </a:cubicBezTo>
                  <a:moveTo>
                    <a:pt x="262" y="160"/>
                  </a:moveTo>
                  <a:cubicBezTo>
                    <a:pt x="158" y="127"/>
                    <a:pt x="158" y="127"/>
                    <a:pt x="158" y="127"/>
                  </a:cubicBezTo>
                  <a:cubicBezTo>
                    <a:pt x="54" y="160"/>
                    <a:pt x="54" y="160"/>
                    <a:pt x="54" y="160"/>
                  </a:cubicBezTo>
                  <a:moveTo>
                    <a:pt x="74" y="84"/>
                  </a:moveTo>
                  <a:cubicBezTo>
                    <a:pt x="241" y="84"/>
                    <a:pt x="241" y="84"/>
                    <a:pt x="241" y="84"/>
                  </a:cubicBezTo>
                  <a:moveTo>
                    <a:pt x="158" y="271"/>
                  </a:moveTo>
                  <a:cubicBezTo>
                    <a:pt x="158" y="129"/>
                    <a:pt x="158" y="129"/>
                    <a:pt x="158" y="129"/>
                  </a:cubicBezTo>
                  <a:moveTo>
                    <a:pt x="0" y="253"/>
                  </a:moveTo>
                  <a:cubicBezTo>
                    <a:pt x="41" y="253"/>
                    <a:pt x="41" y="253"/>
                    <a:pt x="41" y="253"/>
                  </a:cubicBezTo>
                  <a:moveTo>
                    <a:pt x="275" y="253"/>
                  </a:moveTo>
                  <a:cubicBezTo>
                    <a:pt x="316" y="253"/>
                    <a:pt x="316" y="253"/>
                    <a:pt x="316" y="253"/>
                  </a:cubicBezTo>
                </a:path>
              </a:pathLst>
            </a:custGeom>
            <a:noFill/>
            <a:ln w="15875"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defTabSz="914344">
                <a:defRPr/>
              </a:pPr>
              <a:endParaRPr lang="en-US" sz="900" dirty="0">
                <a:gradFill>
                  <a:gsLst>
                    <a:gs pos="0">
                      <a:srgbClr val="505050"/>
                    </a:gs>
                    <a:gs pos="100000">
                      <a:srgbClr val="505050"/>
                    </a:gs>
                  </a:gsLst>
                  <a:lin ang="5400000" scaled="1"/>
                </a:gradFill>
                <a:latin typeface="Segoe UI"/>
              </a:endParaRPr>
            </a:p>
          </p:txBody>
        </p:sp>
      </p:grpSp>
      <p:grpSp>
        <p:nvGrpSpPr>
          <p:cNvPr id="1386" name="Group 1385">
            <a:extLst>
              <a:ext uri="{FF2B5EF4-FFF2-40B4-BE49-F238E27FC236}">
                <a16:creationId xmlns:a16="http://schemas.microsoft.com/office/drawing/2014/main" id="{703D4ED8-E07C-4B5D-8BBA-93EC8EDF5587}"/>
              </a:ext>
            </a:extLst>
          </p:cNvPr>
          <p:cNvGrpSpPr/>
          <p:nvPr/>
        </p:nvGrpSpPr>
        <p:grpSpPr>
          <a:xfrm>
            <a:off x="5383711" y="5452111"/>
            <a:ext cx="599440" cy="599440"/>
            <a:chOff x="4126411" y="5680710"/>
            <a:chExt cx="599440" cy="599440"/>
          </a:xfrm>
        </p:grpSpPr>
        <p:sp>
          <p:nvSpPr>
            <p:cNvPr id="1364" name="Oval 1363">
              <a:extLst>
                <a:ext uri="{FF2B5EF4-FFF2-40B4-BE49-F238E27FC236}">
                  <a16:creationId xmlns:a16="http://schemas.microsoft.com/office/drawing/2014/main" id="{5F017E2B-E993-4B48-BFA0-3192AF0EA031}"/>
                </a:ext>
              </a:extLst>
            </p:cNvPr>
            <p:cNvSpPr/>
            <p:nvPr/>
          </p:nvSpPr>
          <p:spPr bwMode="auto">
            <a:xfrm>
              <a:off x="4126411" y="5680710"/>
              <a:ext cx="599440" cy="599440"/>
            </a:xfrm>
            <a:prstGeom prst="ellipse">
              <a:avLst/>
            </a:prstGeom>
            <a:solidFill>
              <a:schemeClr val="accent1">
                <a:alpha val="28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49" fontAlgn="base">
                <a:spcBef>
                  <a:spcPct val="0"/>
                </a:spcBef>
                <a:spcAft>
                  <a:spcPct val="0"/>
                </a:spcAft>
                <a:defRPr/>
              </a:pPr>
              <a:endParaRPr lang="en-US" sz="1600" dirty="0">
                <a:solidFill>
                  <a:srgbClr val="FFFFFF"/>
                </a:solidFill>
                <a:latin typeface="Segoe UI"/>
                <a:ea typeface="Segoe UI" pitchFamily="34" charset="0"/>
                <a:cs typeface="Segoe UI" pitchFamily="34" charset="0"/>
              </a:endParaRPr>
            </a:p>
          </p:txBody>
        </p:sp>
        <p:sp>
          <p:nvSpPr>
            <p:cNvPr id="1365" name="Oval 1364">
              <a:extLst>
                <a:ext uri="{FF2B5EF4-FFF2-40B4-BE49-F238E27FC236}">
                  <a16:creationId xmlns:a16="http://schemas.microsoft.com/office/drawing/2014/main" id="{513EAD6A-5D66-46A0-9737-2AC642175257}"/>
                </a:ext>
              </a:extLst>
            </p:cNvPr>
            <p:cNvSpPr/>
            <p:nvPr/>
          </p:nvSpPr>
          <p:spPr bwMode="auto">
            <a:xfrm>
              <a:off x="4256098" y="5810397"/>
              <a:ext cx="340067" cy="340067"/>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49" fontAlgn="base">
                <a:spcBef>
                  <a:spcPct val="0"/>
                </a:spcBef>
                <a:spcAft>
                  <a:spcPct val="0"/>
                </a:spcAft>
                <a:defRPr/>
              </a:pPr>
              <a:endParaRPr lang="en-US" sz="2000" dirty="0">
                <a:solidFill>
                  <a:srgbClr val="FFFFFF"/>
                </a:solidFill>
                <a:latin typeface="Segoe UI"/>
                <a:ea typeface="Segoe UI" pitchFamily="34" charset="0"/>
                <a:cs typeface="Segoe UI" pitchFamily="34" charset="0"/>
              </a:endParaRPr>
            </a:p>
          </p:txBody>
        </p:sp>
        <p:sp>
          <p:nvSpPr>
            <p:cNvPr id="1366" name="Train2_EA0E" title="Icon of a train">
              <a:extLst>
                <a:ext uri="{FF2B5EF4-FFF2-40B4-BE49-F238E27FC236}">
                  <a16:creationId xmlns:a16="http://schemas.microsoft.com/office/drawing/2014/main" id="{11823431-8110-4599-BCF4-010641ACD600}"/>
                </a:ext>
              </a:extLst>
            </p:cNvPr>
            <p:cNvSpPr>
              <a:spLocks noChangeAspect="1" noEditPoints="1"/>
            </p:cNvSpPr>
            <p:nvPr/>
          </p:nvSpPr>
          <p:spPr bwMode="auto">
            <a:xfrm>
              <a:off x="4343841" y="5874077"/>
              <a:ext cx="164580" cy="212707"/>
            </a:xfrm>
            <a:custGeom>
              <a:avLst/>
              <a:gdLst>
                <a:gd name="T0" fmla="*/ 2996 w 2996"/>
                <a:gd name="T1" fmla="*/ 3872 h 3872"/>
                <a:gd name="T2" fmla="*/ 2369 w 2996"/>
                <a:gd name="T3" fmla="*/ 3245 h 3872"/>
                <a:gd name="T4" fmla="*/ 621 w 2996"/>
                <a:gd name="T5" fmla="*/ 3251 h 3872"/>
                <a:gd name="T6" fmla="*/ 0 w 2996"/>
                <a:gd name="T7" fmla="*/ 3872 h 3872"/>
                <a:gd name="T8" fmla="*/ 1867 w 2996"/>
                <a:gd name="T9" fmla="*/ 1624 h 3872"/>
                <a:gd name="T10" fmla="*/ 1492 w 2996"/>
                <a:gd name="T11" fmla="*/ 1998 h 3872"/>
                <a:gd name="T12" fmla="*/ 1117 w 2996"/>
                <a:gd name="T13" fmla="*/ 1624 h 3872"/>
                <a:gd name="T14" fmla="*/ 1492 w 2996"/>
                <a:gd name="T15" fmla="*/ 1249 h 3872"/>
                <a:gd name="T16" fmla="*/ 1867 w 2996"/>
                <a:gd name="T17" fmla="*/ 1624 h 3872"/>
                <a:gd name="T18" fmla="*/ 1492 w 2996"/>
                <a:gd name="T19" fmla="*/ 0 h 3872"/>
                <a:gd name="T20" fmla="*/ 1492 w 2996"/>
                <a:gd name="T21" fmla="*/ 749 h 3872"/>
                <a:gd name="T22" fmla="*/ 480 w 2996"/>
                <a:gd name="T23" fmla="*/ 999 h 3872"/>
                <a:gd name="T24" fmla="*/ 1492 w 2996"/>
                <a:gd name="T25" fmla="*/ 749 h 3872"/>
                <a:gd name="T26" fmla="*/ 2504 w 2996"/>
                <a:gd name="T27" fmla="*/ 999 h 3872"/>
                <a:gd name="T28" fmla="*/ 368 w 2996"/>
                <a:gd name="T29" fmla="*/ 2748 h 3872"/>
                <a:gd name="T30" fmla="*/ 2616 w 2996"/>
                <a:gd name="T31" fmla="*/ 2748 h 3872"/>
                <a:gd name="T32" fmla="*/ 1492 w 2996"/>
                <a:gd name="T33" fmla="*/ 2748 h 3872"/>
                <a:gd name="T34" fmla="*/ 1492 w 2996"/>
                <a:gd name="T35" fmla="*/ 3539 h 3872"/>
                <a:gd name="T36" fmla="*/ 2117 w 2996"/>
                <a:gd name="T37" fmla="*/ 2748 h 3872"/>
                <a:gd name="T38" fmla="*/ 2117 w 2996"/>
                <a:gd name="T39" fmla="*/ 3330 h 3872"/>
                <a:gd name="T40" fmla="*/ 867 w 2996"/>
                <a:gd name="T41" fmla="*/ 2748 h 3872"/>
                <a:gd name="T42" fmla="*/ 867 w 2996"/>
                <a:gd name="T43" fmla="*/ 3330 h 3872"/>
                <a:gd name="T44" fmla="*/ 2445 w 2996"/>
                <a:gd name="T45" fmla="*/ 3221 h 3872"/>
                <a:gd name="T46" fmla="*/ 1492 w 2996"/>
                <a:gd name="T47" fmla="*/ 3539 h 3872"/>
                <a:gd name="T48" fmla="*/ 539 w 2996"/>
                <a:gd name="T49" fmla="*/ 3221 h 3872"/>
                <a:gd name="T50" fmla="*/ 368 w 2996"/>
                <a:gd name="T51" fmla="*/ 2984 h 3872"/>
                <a:gd name="T52" fmla="*/ 368 w 2996"/>
                <a:gd name="T53" fmla="*/ 1249 h 3872"/>
                <a:gd name="T54" fmla="*/ 493 w 2996"/>
                <a:gd name="T55" fmla="*/ 874 h 3872"/>
                <a:gd name="T56" fmla="*/ 493 w 2996"/>
                <a:gd name="T57" fmla="*/ 414 h 3872"/>
                <a:gd name="T58" fmla="*/ 682 w 2996"/>
                <a:gd name="T59" fmla="*/ 171 h 3872"/>
                <a:gd name="T60" fmla="*/ 1242 w 2996"/>
                <a:gd name="T61" fmla="*/ 31 h 3872"/>
                <a:gd name="T62" fmla="*/ 1363 w 2996"/>
                <a:gd name="T63" fmla="*/ 8 h 3872"/>
                <a:gd name="T64" fmla="*/ 1492 w 2996"/>
                <a:gd name="T65" fmla="*/ 0 h 3872"/>
                <a:gd name="T66" fmla="*/ 1621 w 2996"/>
                <a:gd name="T67" fmla="*/ 8 h 3872"/>
                <a:gd name="T68" fmla="*/ 1742 w 2996"/>
                <a:gd name="T69" fmla="*/ 31 h 3872"/>
                <a:gd name="T70" fmla="*/ 2302 w 2996"/>
                <a:gd name="T71" fmla="*/ 171 h 3872"/>
                <a:gd name="T72" fmla="*/ 2491 w 2996"/>
                <a:gd name="T73" fmla="*/ 414 h 3872"/>
                <a:gd name="T74" fmla="*/ 2491 w 2996"/>
                <a:gd name="T75" fmla="*/ 874 h 3872"/>
                <a:gd name="T76" fmla="*/ 2616 w 2996"/>
                <a:gd name="T77" fmla="*/ 1249 h 3872"/>
                <a:gd name="T78" fmla="*/ 2616 w 2996"/>
                <a:gd name="T79" fmla="*/ 2984 h 3872"/>
                <a:gd name="T80" fmla="*/ 2445 w 2996"/>
                <a:gd name="T81" fmla="*/ 3221 h 38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996" h="3872">
                  <a:moveTo>
                    <a:pt x="2996" y="3872"/>
                  </a:moveTo>
                  <a:cubicBezTo>
                    <a:pt x="2369" y="3245"/>
                    <a:pt x="2369" y="3245"/>
                    <a:pt x="2369" y="3245"/>
                  </a:cubicBezTo>
                  <a:moveTo>
                    <a:pt x="621" y="3251"/>
                  </a:moveTo>
                  <a:cubicBezTo>
                    <a:pt x="0" y="3872"/>
                    <a:pt x="0" y="3872"/>
                    <a:pt x="0" y="3872"/>
                  </a:cubicBezTo>
                  <a:moveTo>
                    <a:pt x="1867" y="1624"/>
                  </a:moveTo>
                  <a:cubicBezTo>
                    <a:pt x="1867" y="1831"/>
                    <a:pt x="1699" y="1998"/>
                    <a:pt x="1492" y="1998"/>
                  </a:cubicBezTo>
                  <a:cubicBezTo>
                    <a:pt x="1285" y="1998"/>
                    <a:pt x="1117" y="1831"/>
                    <a:pt x="1117" y="1624"/>
                  </a:cubicBezTo>
                  <a:cubicBezTo>
                    <a:pt x="1117" y="1417"/>
                    <a:pt x="1285" y="1249"/>
                    <a:pt x="1492" y="1249"/>
                  </a:cubicBezTo>
                  <a:cubicBezTo>
                    <a:pt x="1699" y="1249"/>
                    <a:pt x="1867" y="1417"/>
                    <a:pt x="1867" y="1624"/>
                  </a:cubicBezTo>
                  <a:close/>
                  <a:moveTo>
                    <a:pt x="1492" y="0"/>
                  </a:moveTo>
                  <a:cubicBezTo>
                    <a:pt x="1492" y="749"/>
                    <a:pt x="1492" y="749"/>
                    <a:pt x="1492" y="749"/>
                  </a:cubicBezTo>
                  <a:moveTo>
                    <a:pt x="480" y="999"/>
                  </a:moveTo>
                  <a:cubicBezTo>
                    <a:pt x="1492" y="749"/>
                    <a:pt x="1492" y="749"/>
                    <a:pt x="1492" y="749"/>
                  </a:cubicBezTo>
                  <a:cubicBezTo>
                    <a:pt x="2504" y="999"/>
                    <a:pt x="2504" y="999"/>
                    <a:pt x="2504" y="999"/>
                  </a:cubicBezTo>
                  <a:moveTo>
                    <a:pt x="368" y="2748"/>
                  </a:moveTo>
                  <a:cubicBezTo>
                    <a:pt x="2616" y="2748"/>
                    <a:pt x="2616" y="2748"/>
                    <a:pt x="2616" y="2748"/>
                  </a:cubicBezTo>
                  <a:moveTo>
                    <a:pt x="1492" y="2748"/>
                  </a:moveTo>
                  <a:cubicBezTo>
                    <a:pt x="1492" y="3539"/>
                    <a:pt x="1492" y="3539"/>
                    <a:pt x="1492" y="3539"/>
                  </a:cubicBezTo>
                  <a:moveTo>
                    <a:pt x="2117" y="2748"/>
                  </a:moveTo>
                  <a:cubicBezTo>
                    <a:pt x="2117" y="3330"/>
                    <a:pt x="2117" y="3330"/>
                    <a:pt x="2117" y="3330"/>
                  </a:cubicBezTo>
                  <a:moveTo>
                    <a:pt x="867" y="2748"/>
                  </a:moveTo>
                  <a:cubicBezTo>
                    <a:pt x="867" y="3330"/>
                    <a:pt x="867" y="3330"/>
                    <a:pt x="867" y="3330"/>
                  </a:cubicBezTo>
                  <a:moveTo>
                    <a:pt x="2445" y="3221"/>
                  </a:moveTo>
                  <a:cubicBezTo>
                    <a:pt x="1492" y="3539"/>
                    <a:pt x="1492" y="3539"/>
                    <a:pt x="1492" y="3539"/>
                  </a:cubicBezTo>
                  <a:cubicBezTo>
                    <a:pt x="539" y="3221"/>
                    <a:pt x="539" y="3221"/>
                    <a:pt x="539" y="3221"/>
                  </a:cubicBezTo>
                  <a:cubicBezTo>
                    <a:pt x="437" y="3187"/>
                    <a:pt x="368" y="3092"/>
                    <a:pt x="368" y="2984"/>
                  </a:cubicBezTo>
                  <a:cubicBezTo>
                    <a:pt x="368" y="1249"/>
                    <a:pt x="368" y="1249"/>
                    <a:pt x="368" y="1249"/>
                  </a:cubicBezTo>
                  <a:cubicBezTo>
                    <a:pt x="493" y="874"/>
                    <a:pt x="493" y="874"/>
                    <a:pt x="493" y="874"/>
                  </a:cubicBezTo>
                  <a:cubicBezTo>
                    <a:pt x="493" y="414"/>
                    <a:pt x="493" y="414"/>
                    <a:pt x="493" y="414"/>
                  </a:cubicBezTo>
                  <a:cubicBezTo>
                    <a:pt x="493" y="299"/>
                    <a:pt x="571" y="199"/>
                    <a:pt x="682" y="171"/>
                  </a:cubicBezTo>
                  <a:cubicBezTo>
                    <a:pt x="1242" y="31"/>
                    <a:pt x="1242" y="31"/>
                    <a:pt x="1242" y="31"/>
                  </a:cubicBezTo>
                  <a:cubicBezTo>
                    <a:pt x="1281" y="21"/>
                    <a:pt x="1321" y="13"/>
                    <a:pt x="1363" y="8"/>
                  </a:cubicBezTo>
                  <a:cubicBezTo>
                    <a:pt x="1404" y="3"/>
                    <a:pt x="1448" y="0"/>
                    <a:pt x="1492" y="0"/>
                  </a:cubicBezTo>
                  <a:cubicBezTo>
                    <a:pt x="1536" y="0"/>
                    <a:pt x="1580" y="3"/>
                    <a:pt x="1621" y="8"/>
                  </a:cubicBezTo>
                  <a:cubicBezTo>
                    <a:pt x="1663" y="13"/>
                    <a:pt x="1703" y="21"/>
                    <a:pt x="1742" y="31"/>
                  </a:cubicBezTo>
                  <a:cubicBezTo>
                    <a:pt x="2302" y="171"/>
                    <a:pt x="2302" y="171"/>
                    <a:pt x="2302" y="171"/>
                  </a:cubicBezTo>
                  <a:cubicBezTo>
                    <a:pt x="2413" y="199"/>
                    <a:pt x="2491" y="299"/>
                    <a:pt x="2491" y="414"/>
                  </a:cubicBezTo>
                  <a:cubicBezTo>
                    <a:pt x="2491" y="874"/>
                    <a:pt x="2491" y="874"/>
                    <a:pt x="2491" y="874"/>
                  </a:cubicBezTo>
                  <a:cubicBezTo>
                    <a:pt x="2616" y="1249"/>
                    <a:pt x="2616" y="1249"/>
                    <a:pt x="2616" y="1249"/>
                  </a:cubicBezTo>
                  <a:cubicBezTo>
                    <a:pt x="2616" y="2984"/>
                    <a:pt x="2616" y="2984"/>
                    <a:pt x="2616" y="2984"/>
                  </a:cubicBezTo>
                  <a:cubicBezTo>
                    <a:pt x="2616" y="3092"/>
                    <a:pt x="2547" y="3187"/>
                    <a:pt x="2445" y="3221"/>
                  </a:cubicBezTo>
                  <a:close/>
                </a:path>
              </a:pathLst>
            </a:custGeom>
            <a:noFill/>
            <a:ln w="15875"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defTabSz="914344">
                <a:defRPr/>
              </a:pPr>
              <a:endParaRPr lang="en-US" sz="900" dirty="0">
                <a:gradFill>
                  <a:gsLst>
                    <a:gs pos="0">
                      <a:srgbClr val="505050"/>
                    </a:gs>
                    <a:gs pos="100000">
                      <a:srgbClr val="505050"/>
                    </a:gs>
                  </a:gsLst>
                  <a:lin ang="5400000" scaled="1"/>
                </a:gradFill>
                <a:latin typeface="Segoe UI"/>
              </a:endParaRPr>
            </a:p>
          </p:txBody>
        </p:sp>
      </p:grpSp>
      <p:grpSp>
        <p:nvGrpSpPr>
          <p:cNvPr id="1388" name="Group 1387">
            <a:extLst>
              <a:ext uri="{FF2B5EF4-FFF2-40B4-BE49-F238E27FC236}">
                <a16:creationId xmlns:a16="http://schemas.microsoft.com/office/drawing/2014/main" id="{6FA2A3AF-B5CF-4D4B-BBB0-84056A298840}"/>
              </a:ext>
            </a:extLst>
          </p:cNvPr>
          <p:cNvGrpSpPr/>
          <p:nvPr/>
        </p:nvGrpSpPr>
        <p:grpSpPr>
          <a:xfrm>
            <a:off x="11073311" y="3220085"/>
            <a:ext cx="599440" cy="599440"/>
            <a:chOff x="10184311" y="5290185"/>
            <a:chExt cx="599440" cy="599440"/>
          </a:xfrm>
        </p:grpSpPr>
        <p:sp>
          <p:nvSpPr>
            <p:cNvPr id="1359" name="Oval 1358">
              <a:extLst>
                <a:ext uri="{FF2B5EF4-FFF2-40B4-BE49-F238E27FC236}">
                  <a16:creationId xmlns:a16="http://schemas.microsoft.com/office/drawing/2014/main" id="{E84D8550-29FE-4381-81EF-8D49259647C7}"/>
                </a:ext>
              </a:extLst>
            </p:cNvPr>
            <p:cNvSpPr/>
            <p:nvPr/>
          </p:nvSpPr>
          <p:spPr bwMode="auto">
            <a:xfrm>
              <a:off x="10184311" y="5290185"/>
              <a:ext cx="599440" cy="599440"/>
            </a:xfrm>
            <a:prstGeom prst="ellipse">
              <a:avLst/>
            </a:prstGeom>
            <a:solidFill>
              <a:schemeClr val="accent1">
                <a:alpha val="28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49" fontAlgn="base">
                <a:spcBef>
                  <a:spcPct val="0"/>
                </a:spcBef>
                <a:spcAft>
                  <a:spcPct val="0"/>
                </a:spcAft>
                <a:defRPr/>
              </a:pPr>
              <a:endParaRPr lang="en-US" sz="1600" dirty="0">
                <a:solidFill>
                  <a:srgbClr val="FFFFFF"/>
                </a:solidFill>
                <a:latin typeface="Segoe UI"/>
                <a:cs typeface="Segoe UI" pitchFamily="34" charset="0"/>
              </a:endParaRPr>
            </a:p>
          </p:txBody>
        </p:sp>
        <p:sp>
          <p:nvSpPr>
            <p:cNvPr id="1360" name="Oval 1359">
              <a:extLst>
                <a:ext uri="{FF2B5EF4-FFF2-40B4-BE49-F238E27FC236}">
                  <a16:creationId xmlns:a16="http://schemas.microsoft.com/office/drawing/2014/main" id="{D3869923-126A-41F4-8D04-2A8EC0B7880F}"/>
                </a:ext>
              </a:extLst>
            </p:cNvPr>
            <p:cNvSpPr/>
            <p:nvPr/>
          </p:nvSpPr>
          <p:spPr bwMode="auto">
            <a:xfrm>
              <a:off x="10313998" y="5419872"/>
              <a:ext cx="340067" cy="340067"/>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49" fontAlgn="base">
                <a:spcBef>
                  <a:spcPct val="0"/>
                </a:spcBef>
                <a:spcAft>
                  <a:spcPct val="0"/>
                </a:spcAft>
                <a:defRPr/>
              </a:pPr>
              <a:endParaRPr lang="en-US" sz="2000" dirty="0">
                <a:solidFill>
                  <a:srgbClr val="FFFFFF"/>
                </a:solidFill>
                <a:latin typeface="Segoe UI"/>
                <a:ea typeface="Segoe UI" pitchFamily="34" charset="0"/>
                <a:cs typeface="Segoe UI" pitchFamily="34" charset="0"/>
              </a:endParaRPr>
            </a:p>
          </p:txBody>
        </p:sp>
        <p:sp>
          <p:nvSpPr>
            <p:cNvPr id="1368" name="location_3" title="Icon of a map with a pin in it">
              <a:extLst>
                <a:ext uri="{FF2B5EF4-FFF2-40B4-BE49-F238E27FC236}">
                  <a16:creationId xmlns:a16="http://schemas.microsoft.com/office/drawing/2014/main" id="{2C917E2D-85B8-4467-9F52-CEA82B608252}"/>
                </a:ext>
              </a:extLst>
            </p:cNvPr>
            <p:cNvSpPr>
              <a:spLocks noChangeAspect="1" noEditPoints="1"/>
            </p:cNvSpPr>
            <p:nvPr/>
          </p:nvSpPr>
          <p:spPr bwMode="auto">
            <a:xfrm>
              <a:off x="10360004" y="5485707"/>
              <a:ext cx="248054" cy="208396"/>
            </a:xfrm>
            <a:custGeom>
              <a:avLst/>
              <a:gdLst>
                <a:gd name="T0" fmla="*/ 84 w 360"/>
                <a:gd name="T1" fmla="*/ 109 h 302"/>
                <a:gd name="T2" fmla="*/ 276 w 360"/>
                <a:gd name="T3" fmla="*/ 109 h 302"/>
                <a:gd name="T4" fmla="*/ 360 w 360"/>
                <a:gd name="T5" fmla="*/ 302 h 302"/>
                <a:gd name="T6" fmla="*/ 0 w 360"/>
                <a:gd name="T7" fmla="*/ 302 h 302"/>
                <a:gd name="T8" fmla="*/ 84 w 360"/>
                <a:gd name="T9" fmla="*/ 109 h 302"/>
                <a:gd name="T10" fmla="*/ 180 w 360"/>
                <a:gd name="T11" fmla="*/ 72 h 302"/>
                <a:gd name="T12" fmla="*/ 216 w 360"/>
                <a:gd name="T13" fmla="*/ 36 h 302"/>
                <a:gd name="T14" fmla="*/ 180 w 360"/>
                <a:gd name="T15" fmla="*/ 0 h 302"/>
                <a:gd name="T16" fmla="*/ 144 w 360"/>
                <a:gd name="T17" fmla="*/ 36 h 302"/>
                <a:gd name="T18" fmla="*/ 180 w 360"/>
                <a:gd name="T19" fmla="*/ 72 h 302"/>
                <a:gd name="T20" fmla="*/ 180 w 360"/>
                <a:gd name="T21" fmla="*/ 72 h 302"/>
                <a:gd name="T22" fmla="*/ 180 w 360"/>
                <a:gd name="T23" fmla="*/ 216 h 302"/>
                <a:gd name="T24" fmla="*/ 36 w 360"/>
                <a:gd name="T25" fmla="*/ 218 h 302"/>
                <a:gd name="T26" fmla="*/ 323 w 360"/>
                <a:gd name="T27" fmla="*/ 218 h 302"/>
                <a:gd name="T28" fmla="*/ 111 w 360"/>
                <a:gd name="T29" fmla="*/ 218 h 302"/>
                <a:gd name="T30" fmla="*/ 94 w 360"/>
                <a:gd name="T31" fmla="*/ 302 h 302"/>
                <a:gd name="T32" fmla="*/ 267 w 360"/>
                <a:gd name="T33" fmla="*/ 302 h 302"/>
                <a:gd name="T34" fmla="*/ 222 w 360"/>
                <a:gd name="T35" fmla="*/ 109 h 302"/>
                <a:gd name="T36" fmla="*/ 236 w 360"/>
                <a:gd name="T37" fmla="*/ 169 h 302"/>
                <a:gd name="T38" fmla="*/ 302 w 360"/>
                <a:gd name="T39" fmla="*/ 169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60" h="302">
                  <a:moveTo>
                    <a:pt x="84" y="109"/>
                  </a:moveTo>
                  <a:cubicBezTo>
                    <a:pt x="276" y="109"/>
                    <a:pt x="276" y="109"/>
                    <a:pt x="276" y="109"/>
                  </a:cubicBezTo>
                  <a:cubicBezTo>
                    <a:pt x="360" y="302"/>
                    <a:pt x="360" y="302"/>
                    <a:pt x="360" y="302"/>
                  </a:cubicBezTo>
                  <a:cubicBezTo>
                    <a:pt x="0" y="302"/>
                    <a:pt x="0" y="302"/>
                    <a:pt x="0" y="302"/>
                  </a:cubicBezTo>
                  <a:lnTo>
                    <a:pt x="84" y="109"/>
                  </a:lnTo>
                  <a:close/>
                  <a:moveTo>
                    <a:pt x="180" y="72"/>
                  </a:moveTo>
                  <a:cubicBezTo>
                    <a:pt x="200" y="72"/>
                    <a:pt x="216" y="56"/>
                    <a:pt x="216" y="36"/>
                  </a:cubicBezTo>
                  <a:cubicBezTo>
                    <a:pt x="216" y="16"/>
                    <a:pt x="200" y="0"/>
                    <a:pt x="180" y="0"/>
                  </a:cubicBezTo>
                  <a:cubicBezTo>
                    <a:pt x="160" y="0"/>
                    <a:pt x="144" y="16"/>
                    <a:pt x="144" y="36"/>
                  </a:cubicBezTo>
                  <a:cubicBezTo>
                    <a:pt x="144" y="56"/>
                    <a:pt x="160" y="72"/>
                    <a:pt x="180" y="72"/>
                  </a:cubicBezTo>
                  <a:close/>
                  <a:moveTo>
                    <a:pt x="180" y="72"/>
                  </a:moveTo>
                  <a:cubicBezTo>
                    <a:pt x="180" y="216"/>
                    <a:pt x="180" y="216"/>
                    <a:pt x="180" y="216"/>
                  </a:cubicBezTo>
                  <a:moveTo>
                    <a:pt x="36" y="218"/>
                  </a:moveTo>
                  <a:cubicBezTo>
                    <a:pt x="323" y="218"/>
                    <a:pt x="323" y="218"/>
                    <a:pt x="323" y="218"/>
                  </a:cubicBezTo>
                  <a:moveTo>
                    <a:pt x="111" y="218"/>
                  </a:moveTo>
                  <a:cubicBezTo>
                    <a:pt x="94" y="302"/>
                    <a:pt x="94" y="302"/>
                    <a:pt x="94" y="302"/>
                  </a:cubicBezTo>
                  <a:moveTo>
                    <a:pt x="267" y="302"/>
                  </a:moveTo>
                  <a:cubicBezTo>
                    <a:pt x="222" y="109"/>
                    <a:pt x="222" y="109"/>
                    <a:pt x="222" y="109"/>
                  </a:cubicBezTo>
                  <a:moveTo>
                    <a:pt x="236" y="169"/>
                  </a:moveTo>
                  <a:cubicBezTo>
                    <a:pt x="302" y="169"/>
                    <a:pt x="302" y="169"/>
                    <a:pt x="302" y="169"/>
                  </a:cubicBezTo>
                </a:path>
              </a:pathLst>
            </a:custGeom>
            <a:noFill/>
            <a:ln w="15875"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defTabSz="914344">
                <a:defRPr/>
              </a:pPr>
              <a:endParaRPr lang="en-US" sz="900" dirty="0">
                <a:gradFill>
                  <a:gsLst>
                    <a:gs pos="0">
                      <a:srgbClr val="505050"/>
                    </a:gs>
                    <a:gs pos="100000">
                      <a:srgbClr val="505050"/>
                    </a:gs>
                  </a:gsLst>
                  <a:lin ang="5400000" scaled="1"/>
                </a:gradFill>
                <a:latin typeface="Segoe UI"/>
              </a:endParaRPr>
            </a:p>
          </p:txBody>
        </p:sp>
      </p:grpSp>
      <p:sp>
        <p:nvSpPr>
          <p:cNvPr id="3" name="Text Placeholder 2">
            <a:extLst>
              <a:ext uri="{FF2B5EF4-FFF2-40B4-BE49-F238E27FC236}">
                <a16:creationId xmlns:a16="http://schemas.microsoft.com/office/drawing/2014/main" id="{6A902B84-BC01-A1F1-B67B-4FE52F964C11}"/>
              </a:ext>
            </a:extLst>
          </p:cNvPr>
          <p:cNvSpPr>
            <a:spLocks noGrp="1"/>
          </p:cNvSpPr>
          <p:nvPr>
            <p:ph type="body" sz="quarter" idx="12"/>
          </p:nvPr>
        </p:nvSpPr>
        <p:spPr/>
        <p:txBody>
          <a:bodyPr vert="horz" wrap="square" lIns="0" tIns="0" rIns="0" bIns="0" rtlCol="0" anchor="t">
            <a:spAutoFit/>
          </a:bodyPr>
          <a:lstStyle/>
          <a:p>
            <a:r>
              <a:rPr lang="en-GB" dirty="0"/>
              <a:t>28/10/2026</a:t>
            </a:r>
          </a:p>
        </p:txBody>
      </p:sp>
    </p:spTree>
    <p:extLst>
      <p:ext uri="{BB962C8B-B14F-4D97-AF65-F5344CB8AC3E}">
        <p14:creationId xmlns:p14="http://schemas.microsoft.com/office/powerpoint/2010/main" val="84619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823533-DC90-3526-83ED-B294ECB2BECC}"/>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85EFF25D-EF20-B0EF-DBC3-2D48BC8CA8D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6" imgH="416" progId="TCLayout.ActiveDocument.1">
                  <p:embed/>
                </p:oleObj>
              </mc:Choice>
              <mc:Fallback>
                <p:oleObj name="think-cell Slide" r:id="rId4" imgW="416" imgH="416" progId="TCLayout.ActiveDocument.1">
                  <p:embed/>
                  <p:pic>
                    <p:nvPicPr>
                      <p:cNvPr id="4" name="Object 3" hidden="1">
                        <a:extLst>
                          <a:ext uri="{FF2B5EF4-FFF2-40B4-BE49-F238E27FC236}">
                            <a16:creationId xmlns:a16="http://schemas.microsoft.com/office/drawing/2014/main" id="{85EFF25D-EF20-B0EF-DBC3-2D48BC8CA8D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AE9C2697-FD10-D2CE-286F-38E8BC45D539}"/>
              </a:ext>
            </a:extLst>
          </p:cNvPr>
          <p:cNvSpPr>
            <a:spLocks noGrp="1"/>
          </p:cNvSpPr>
          <p:nvPr>
            <p:ph type="title"/>
          </p:nvPr>
        </p:nvSpPr>
        <p:spPr/>
        <p:txBody>
          <a:bodyPr vert="horz" anchor="ctr"/>
          <a:lstStyle/>
          <a:p>
            <a:r>
              <a:rPr lang="en-NL" sz="2100" b="1" dirty="0">
                <a:solidFill>
                  <a:srgbClr val="002060"/>
                </a:solidFill>
                <a:latin typeface="Metropolis Extra Bold" panose="00000900000000000000" pitchFamily="50" charset="0"/>
              </a:rPr>
              <a:t>Q1 — SaaS spend | $81,000 booked; actual spend is likely $73,500</a:t>
            </a:r>
            <a:r>
              <a:rPr lang="en-GB" sz="2100" b="1" dirty="0">
                <a:solidFill>
                  <a:srgbClr val="002060"/>
                </a:solidFill>
                <a:latin typeface="Metropolis Extra Bold" panose="00000900000000000000" pitchFamily="50" charset="0"/>
              </a:rPr>
              <a:t/>
            </a:r>
            <a:r>
              <a:rPr lang="en-NL" sz="2100" b="1" dirty="0">
                <a:solidFill>
                  <a:srgbClr val="002060"/>
                </a:solidFill>
                <a:latin typeface="Metropolis Extra Bold" panose="00000900000000000000" pitchFamily="50" charset="0"/>
              </a:rPr>
              <a:t/>
            </a:r>
            <a:endParaRPr lang="en-US" sz="2100" b="1" dirty="0">
              <a:solidFill>
                <a:srgbClr val="002060"/>
              </a:solidFill>
              <a:latin typeface="Metropolis Extra Bold" panose="00000900000000000000" pitchFamily="50" charset="0"/>
            </a:endParaRPr>
          </a:p>
        </p:txBody>
      </p:sp>
      <p:sp>
        <p:nvSpPr>
          <p:cNvPr id="6" name="TextBox 5">
            <a:extLst>
              <a:ext uri="{FF2B5EF4-FFF2-40B4-BE49-F238E27FC236}">
                <a16:creationId xmlns:a16="http://schemas.microsoft.com/office/drawing/2014/main" id="{8BB0185D-716B-9D8A-4F9F-62E6E5F49F83}"/>
              </a:ext>
            </a:extLst>
          </p:cNvPr>
          <p:cNvSpPr txBox="1"/>
          <p:nvPr/>
        </p:nvSpPr>
        <p:spPr>
          <a:xfrm>
            <a:off x="9211824" y="1855200"/>
            <a:ext cx="2286000" cy="3293209"/>
          </a:xfrm>
          <a:prstGeom prst="rect">
            <a:avLst/>
          </a:prstGeom>
          <a:noFill/>
        </p:spPr>
        <p:txBody>
          <a:bodyPr wrap="square">
            <a:spAutoFit/>
          </a:bodyPr>
          <a:lstStyle/>
          <a:p>
            <a:pPr marL="285750" indent="-285750">
              <a:buFont typeface="Arial" panose="020B0604020202020204" pitchFamily="34" charset="0"/>
              <a:buChar char="•"/>
            </a:pPr>
            <a:r>
              <a:rPr lang="en-NL" sz="1600" b="1" dirty="0"/>
              <a:t>$81,000 booked</a:t>
            </a:r>
            <a:endParaRPr lang="en-GB" sz="1600" b="1" dirty="0"/>
          </a:p>
          <a:p>
            <a:pPr marL="285750" indent="-285750">
              <a:buFont typeface="Arial" panose="020B0604020202020204" pitchFamily="34" charset="0"/>
              <a:buChar char="•"/>
            </a:pPr>
            <a:endParaRPr lang="en-GB" sz="1600" b="1" dirty="0"/>
          </a:p>
          <a:p>
            <a:pPr marL="285750" indent="-285750">
              <a:buFont typeface="Arial" panose="020B0604020202020204" pitchFamily="34" charset="0"/>
              <a:buChar char="•"/>
            </a:pPr>
            <a:r>
              <a:rPr lang="en-NL" sz="1600" b="1" dirty="0"/>
              <a:t>Actual spend is likely $73,500</a:t>
            </a:r>
            <a:r>
              <a:rPr lang="en-GB" sz="1600" b="1" dirty="0"/>
              <a:t/>
            </a:r>
          </a:p>
          <a:p>
            <a:pPr marL="285750" indent="-285750">
              <a:buFont typeface="Arial" panose="020B0604020202020204" pitchFamily="34" charset="0"/>
              <a:buChar char="•"/>
            </a:pPr>
            <a:endParaRPr lang="en-GB" sz="1600" b="1" dirty="0"/>
          </a:p>
          <a:p>
            <a:pPr marL="285750" indent="-285750">
              <a:buFont typeface="Arial" panose="020B0604020202020204" pitchFamily="34" charset="0"/>
              <a:buChar char="•"/>
            </a:pPr>
            <a:r>
              <a:rPr lang="en-NL" sz="1600" dirty="0"/>
              <a:t>($7,500) Amplitude Analytics </a:t>
            </a:r>
            <a:r>
              <a:rPr lang="en-GB" sz="1600" dirty="0"/>
              <a:t>booked twice; </a:t>
            </a:r>
            <a:r>
              <a:rPr lang="en-NL" sz="1600" dirty="0"/>
              <a:t>finance flagged it as a likely double-count, but the invoice hasn't been checked</a:t>
            </a:r>
            <a:endParaRPr lang="en-GB" sz="1600" dirty="0"/>
          </a:p>
          <a:p>
            <a:pPr marL="285750" indent="-285750">
              <a:buFont typeface="Arial" panose="020B0604020202020204" pitchFamily="34" charset="0"/>
              <a:buChar char="•"/>
            </a:pPr>
            <a:endParaRPr lang="en-GB" sz="1600" dirty="0"/>
          </a:p>
          <a:p>
            <a:pPr marL="285750" indent="-285750">
              <a:buFont typeface="Arial" panose="020B0604020202020204" pitchFamily="34" charset="0"/>
              <a:buChar char="•"/>
            </a:pPr>
            <a:r>
              <a:rPr lang="en-GB" sz="1600" dirty="0"/>
              <a:t>Infrastructure costs excluded</a:t>
            </a:r>
            <a:endParaRPr lang="en-US" sz="1600" dirty="0"/>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GB" sz="1600" dirty="0">
                <a:hlinkClick r:id="rId7"/>
              </a:rPr>
              <a:t>Link</a:t>
            </a:r>
            <a:endParaRPr lang="en-US" sz="1600" dirty="0"/>
          </a:p>
        </p:txBody>
      </p:sp>
      <p:pic>
        <p:nvPicPr>
          <p:cNvPr id="5" name="Picture 4">
            <a:extLst>
              <a:ext uri="{FF2B5EF4-FFF2-40B4-BE49-F238E27FC236}">
                <a16:creationId xmlns:a16="http://schemas.microsoft.com/office/drawing/2014/main" id="{7708574F-99CA-81B6-577E-14079E998B06}"/>
              </a:ext>
            </a:extLst>
          </p:cNvPr>
          <p:cNvPicPr>
            <a:picLocks noChangeAspect="1"/>
          </p:cNvPicPr>
          <p:nvPr/>
        </p:nvPicPr>
        <p:blipFill>
          <a:blip r:embed="rId6"/>
          <a:stretch>
            <a:fillRect/>
          </a:stretch>
        </p:blipFill>
        <p:spPr>
          <a:xfrm>
            <a:off x="458993" y="1334429"/>
            <a:ext cx="8335384" cy="5287644"/>
          </a:xfrm>
          <a:prstGeom prst="rect">
            <a:avLst/>
          </a:prstGeom>
        </p:spPr>
      </p:pic>
    </p:spTree>
    <p:extLst>
      <p:ext uri="{BB962C8B-B14F-4D97-AF65-F5344CB8AC3E}">
        <p14:creationId xmlns:p14="http://schemas.microsoft.com/office/powerpoint/2010/main" val="19788742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E4E31-65F9-3C07-AF64-22105BA80D47}"/>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188BAA94-649E-6F73-84A9-B3E93615300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6" imgH="416" progId="TCLayout.ActiveDocument.1">
                  <p:embed/>
                </p:oleObj>
              </mc:Choice>
              <mc:Fallback>
                <p:oleObj name="think-cell Slide" r:id="rId4" imgW="416" imgH="416" progId="TCLayout.ActiveDocument.1">
                  <p:embed/>
                  <p:pic>
                    <p:nvPicPr>
                      <p:cNvPr id="4" name="Object 3" hidden="1">
                        <a:extLst>
                          <a:ext uri="{FF2B5EF4-FFF2-40B4-BE49-F238E27FC236}">
                            <a16:creationId xmlns:a16="http://schemas.microsoft.com/office/drawing/2014/main" id="{188BAA94-649E-6F73-84A9-B3E93615300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CF557C88-1EAC-7B7B-4235-A7062644819E}"/>
              </a:ext>
            </a:extLst>
          </p:cNvPr>
          <p:cNvSpPr>
            <a:spLocks noGrp="1"/>
          </p:cNvSpPr>
          <p:nvPr>
            <p:ph type="title"/>
          </p:nvPr>
        </p:nvSpPr>
        <p:spPr>
          <a:xfrm>
            <a:off x="609600" y="299755"/>
            <a:ext cx="10972800" cy="630936"/>
          </a:xfrm>
        </p:spPr>
        <p:txBody>
          <a:bodyPr vert="horz" anchor="ctr"/>
          <a:lstStyle/>
          <a:p>
            <a:r>
              <a:rPr lang="en-GB" sz="2100" b="1" dirty="0">
                <a:solidFill>
                  <a:srgbClr val="002060"/>
                </a:solidFill>
                <a:latin typeface="Metropolis Extra Bold" panose="00000900000000000000" pitchFamily="50" charset="0"/>
              </a:rPr>
              <a:t>Q2</a:t>
            </a:r>
            <a:r>
              <a:rPr lang="en-NL" sz="2100" b="1" dirty="0">
                <a:solidFill>
                  <a:srgbClr val="002060"/>
                </a:solidFill>
                <a:latin typeface="Metropolis Extra Bold" panose="00000900000000000000" pitchFamily="50" charset="0"/>
              </a:rPr>
              <a:t> — </a:t>
            </a:r>
            <a:r>
              <a:rPr lang="en-GB" sz="2100" b="1" dirty="0">
                <a:solidFill>
                  <a:srgbClr val="002060"/>
                </a:solidFill>
                <a:latin typeface="Metropolis Extra Bold" panose="00000900000000000000" pitchFamily="50" charset="0"/>
              </a:rPr>
              <a:t>Sales hiring frozen since June 10, decision owner </a:t>
            </a:r>
            <a:r>
              <a:rPr lang="en-NL" sz="2100" b="1" dirty="0">
                <a:solidFill>
                  <a:srgbClr val="002060"/>
                </a:solidFill>
                <a:latin typeface="Metropolis Extra Bold" panose="00000900000000000000" pitchFamily="50" charset="0"/>
              </a:rPr>
              <a:t>Dana</a:t>
            </a:r>
            <a:r>
              <a:rPr lang="en-GB" sz="2100" b="1" dirty="0">
                <a:solidFill>
                  <a:srgbClr val="002060"/>
                </a:solidFill>
                <a:latin typeface="Metropolis Extra Bold" panose="00000900000000000000" pitchFamily="50" charset="0"/>
              </a:rPr>
              <a:t>, CEO</a:t>
            </a:r>
            <a:endParaRPr lang="en-US" sz="2100" b="1" dirty="0">
              <a:solidFill>
                <a:srgbClr val="002060"/>
              </a:solidFill>
              <a:latin typeface="Metropolis Extra Bold" panose="00000900000000000000" pitchFamily="50" charset="0"/>
            </a:endParaRPr>
          </a:p>
        </p:txBody>
      </p:sp>
      <p:pic>
        <p:nvPicPr>
          <p:cNvPr id="10" name="Picture 9">
            <a:extLst>
              <a:ext uri="{FF2B5EF4-FFF2-40B4-BE49-F238E27FC236}">
                <a16:creationId xmlns:a16="http://schemas.microsoft.com/office/drawing/2014/main" id="{F496A190-E6A2-2F43-9C68-F1C316D675E4}"/>
              </a:ext>
            </a:extLst>
          </p:cNvPr>
          <p:cNvPicPr>
            <a:picLocks noChangeAspect="1"/>
          </p:cNvPicPr>
          <p:nvPr/>
        </p:nvPicPr>
        <p:blipFill>
          <a:blip r:embed="rId6"/>
          <a:stretch>
            <a:fillRect/>
          </a:stretch>
        </p:blipFill>
        <p:spPr>
          <a:xfrm>
            <a:off x="609600" y="1482498"/>
            <a:ext cx="8695459" cy="4338258"/>
          </a:xfrm>
          <a:prstGeom prst="rect">
            <a:avLst/>
          </a:prstGeom>
        </p:spPr>
      </p:pic>
      <p:sp>
        <p:nvSpPr>
          <p:cNvPr id="14" name="TextBox 13">
            <a:extLst>
              <a:ext uri="{FF2B5EF4-FFF2-40B4-BE49-F238E27FC236}">
                <a16:creationId xmlns:a16="http://schemas.microsoft.com/office/drawing/2014/main" id="{DFF22D59-D421-74CA-EC24-860211695205}"/>
              </a:ext>
            </a:extLst>
          </p:cNvPr>
          <p:cNvSpPr txBox="1"/>
          <p:nvPr/>
        </p:nvSpPr>
        <p:spPr>
          <a:xfrm>
            <a:off x="9247909" y="1601993"/>
            <a:ext cx="2831521" cy="3508653"/>
          </a:xfrm>
          <a:prstGeom prst="rect">
            <a:avLst/>
          </a:prstGeom>
          <a:noFill/>
        </p:spPr>
        <p:txBody>
          <a:bodyPr wrap="square">
            <a:spAutoFit/>
          </a:bodyPr>
          <a:lstStyle/>
          <a:p>
            <a:pPr marL="285750" indent="-285750">
              <a:buFont typeface="Arial" panose="020B0604020202020204" pitchFamily="34" charset="0"/>
              <a:buChar char="•"/>
            </a:pPr>
            <a:r>
              <a:rPr lang="en-GB" sz="1600" dirty="0"/>
              <a:t>New sales hiring f</a:t>
            </a:r>
            <a:r>
              <a:rPr lang="en-NL" sz="1600" dirty="0" err="1"/>
              <a:t>rozen</a:t>
            </a:r>
            <a:r>
              <a:rPr lang="en-NL" sz="1600" dirty="0"/>
              <a:t> since 10 Jun</a:t>
            </a:r>
            <a:r>
              <a:rPr lang="en-GB" sz="1600" dirty="0"/>
              <a:t>; backfills need sign-off.</a:t>
            </a:r>
          </a:p>
          <a:p>
            <a:pPr marL="285750" indent="-285750">
              <a:buFont typeface="Arial" panose="020B0604020202020204" pitchFamily="34" charset="0"/>
              <a:buChar char="•"/>
            </a:pPr>
            <a:endParaRPr lang="en-GB" sz="1600" dirty="0"/>
          </a:p>
          <a:p>
            <a:pPr marL="742950" lvl="1" indent="-285750">
              <a:buFont typeface="Calibri" panose="020F0502020204030204" pitchFamily="34" charset="0"/>
              <a:buChar char="‾"/>
            </a:pPr>
            <a:r>
              <a:rPr lang="en-NL" sz="1400" dirty="0"/>
              <a:t>Owner: Dana Whitfield (CEO)</a:t>
            </a:r>
            <a:endParaRPr lang="en-GB" sz="1400" dirty="0"/>
          </a:p>
          <a:p>
            <a:pPr marL="742950" lvl="1" indent="-285750">
              <a:buFont typeface="Calibri" panose="020F0502020204030204" pitchFamily="34" charset="0"/>
              <a:buChar char="‾"/>
            </a:pPr>
            <a:r>
              <a:rPr lang="en-NL" sz="1400" dirty="0"/>
              <a:t>Enforcer: Priya Raman (CFO)</a:t>
            </a:r>
            <a:endParaRPr lang="en-GB" sz="1400" dirty="0"/>
          </a:p>
          <a:p>
            <a:pPr marL="742950" lvl="1" indent="-285750">
              <a:buFont typeface="Calibri" panose="020F0502020204030204" pitchFamily="34" charset="0"/>
              <a:buChar char="‾"/>
            </a:pPr>
            <a:r>
              <a:rPr lang="en-NL" sz="1400" dirty="0"/>
              <a:t>REQ-114 paused (late-stage candidate; offer risk)</a:t>
            </a:r>
            <a:endParaRPr lang="en-GB" sz="1400" dirty="0"/>
          </a:p>
          <a:p>
            <a:pPr marL="742950" lvl="1" indent="-285750">
              <a:buFont typeface="Calibri" panose="020F0502020204030204" pitchFamily="34" charset="0"/>
              <a:buChar char="‾"/>
            </a:pPr>
            <a:r>
              <a:rPr lang="en-GB" sz="1400" dirty="0"/>
              <a:t>R</a:t>
            </a:r>
            <a:r>
              <a:rPr lang="en-NL" sz="1400" dirty="0" err="1"/>
              <a:t>eview</a:t>
            </a:r>
            <a:r>
              <a:rPr lang="en-NL" sz="1400" dirty="0"/>
              <a:t>: July meeting (notes not available)</a:t>
            </a:r>
            <a:endParaRPr lang="en-GB" sz="1400" dirty="0"/>
          </a:p>
          <a:p>
            <a:pPr marL="285750" lvl="1" indent="-285750">
              <a:buFont typeface="Arial" panose="020B0604020202020204" pitchFamily="34" charset="0"/>
              <a:buChar char="•"/>
            </a:pPr>
            <a:endParaRPr lang="en-GB" sz="1600" dirty="0"/>
          </a:p>
          <a:p>
            <a:pPr marL="285750" lvl="1" indent="-285750">
              <a:buFont typeface="Arial" panose="020B0604020202020204" pitchFamily="34" charset="0"/>
              <a:buChar char="•"/>
            </a:pPr>
            <a:r>
              <a:rPr lang="en-GB" sz="1600" dirty="0"/>
              <a:t>Other roles not affected </a:t>
            </a:r>
            <a:endParaRPr lang="en-NL" sz="1600" dirty="0"/>
          </a:p>
          <a:p>
            <a:pPr marL="285750" indent="-285750">
              <a:buFont typeface="Arial" panose="020B0604020202020204" pitchFamily="34" charset="0"/>
              <a:buChar char="•"/>
            </a:pPr>
          </a:p>
          <a:p>
            <a:pPr marL="285750" indent="-285750">
              <a:buFont typeface="Arial" panose="020B0604020202020204" pitchFamily="34" charset="0"/>
              <a:buChar char="•"/>
            </a:pPr>
            <a:r>
              <a:rPr lang="en-GB" sz="1600" dirty="0">
                <a:hlinkClick r:id="rId7"/>
              </a:rPr>
              <a:t>Link</a:t>
            </a:r>
          </a:p>
        </p:txBody>
      </p:sp>
    </p:spTree>
    <p:extLst>
      <p:ext uri="{BB962C8B-B14F-4D97-AF65-F5344CB8AC3E}">
        <p14:creationId xmlns:p14="http://schemas.microsoft.com/office/powerpoint/2010/main" val="37782554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5E553-829F-0C36-EC7C-A533B4CA2BF3}"/>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5300DB3C-6ED1-50B0-693E-08862EFE2F2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6" imgH="416" progId="TCLayout.ActiveDocument.1">
                  <p:embed/>
                </p:oleObj>
              </mc:Choice>
              <mc:Fallback>
                <p:oleObj name="think-cell Slide" r:id="rId4" imgW="416" imgH="416" progId="TCLayout.ActiveDocument.1">
                  <p:embed/>
                  <p:pic>
                    <p:nvPicPr>
                      <p:cNvPr id="4" name="Object 3" hidden="1">
                        <a:extLst>
                          <a:ext uri="{FF2B5EF4-FFF2-40B4-BE49-F238E27FC236}">
                            <a16:creationId xmlns:a16="http://schemas.microsoft.com/office/drawing/2014/main" id="{5300DB3C-6ED1-50B0-693E-08862EFE2F2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A092CF83-781E-473A-8A41-2D6110CF9E12}"/>
              </a:ext>
            </a:extLst>
          </p:cNvPr>
          <p:cNvSpPr>
            <a:spLocks noGrp="1"/>
          </p:cNvSpPr>
          <p:nvPr>
            <p:ph type="title"/>
          </p:nvPr>
        </p:nvSpPr>
        <p:spPr/>
        <p:txBody>
          <a:bodyPr vert="horz" anchor="ctr"/>
          <a:lstStyle/>
          <a:p>
            <a:r>
              <a:rPr lang="en-NL" sz="2100" b="1" dirty="0">
                <a:solidFill>
                  <a:srgbClr val="002060"/>
                </a:solidFill>
                <a:latin typeface="Metropolis Extra Bold" panose="00000900000000000000" pitchFamily="50" charset="0"/>
              </a:rPr>
              <a:t>Q3 — Value number | $41,600/yr: support hire not needed</a:t>
            </a:r>
            <a:endParaRPr lang="en-US" sz="2100" b="1" dirty="0">
              <a:solidFill>
                <a:srgbClr val="002060"/>
              </a:solidFill>
              <a:latin typeface="Metropolis Extra Bold" panose="00000900000000000000" pitchFamily="50" charset="0"/>
            </a:endParaRPr>
          </a:p>
        </p:txBody>
      </p:sp>
      <p:sp>
        <p:nvSpPr>
          <p:cNvPr id="6" name="TextBox 5">
            <a:extLst>
              <a:ext uri="{FF2B5EF4-FFF2-40B4-BE49-F238E27FC236}">
                <a16:creationId xmlns:a16="http://schemas.microsoft.com/office/drawing/2014/main" id="{B7312AAD-8F7A-2577-3BA4-03D92C9351FE}"/>
              </a:ext>
            </a:extLst>
          </p:cNvPr>
          <p:cNvSpPr txBox="1"/>
          <p:nvPr/>
        </p:nvSpPr>
        <p:spPr>
          <a:xfrm>
            <a:off x="9211824" y="1855200"/>
            <a:ext cx="2834640" cy="338554"/>
          </a:xfrm>
          <a:prstGeom prst="rect">
            <a:avLst/>
          </a:prstGeom>
          <a:noFill/>
        </p:spPr>
        <p:txBody>
          <a:bodyPr wrap="square">
            <a:spAutoFit/>
          </a:bodyPr>
          <a:lstStyle/>
          <a:p>
            <a:pPr marL="285750" indent="-285750">
              <a:buFont typeface="Arial" panose="020B0604020202020204" pitchFamily="34" charset="0"/>
              <a:buChar char="•"/>
            </a:pPr>
            <a:r>
              <a:rPr lang="en-NL" sz="1600" b="1" dirty="0"/>
              <a:t>$41,600/yr support hire avoided</a:t>
            </a:r>
            <a:endParaRPr lang="en-US" sz="1600" dirty="0"/>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NL" sz="1600" b="1" dirty="0"/>
              <a:t>5.4 h/week measured vs 40 claimed (0.14 FTE)</a:t>
            </a:r>
            <a:endParaRPr lang="en-US" sz="1600" dirty="0"/>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NL" sz="1600" dirty="0"/>
              <a:t>Cost avoidance, not a cut: the hire was waiting on ticket data</a:t>
            </a:r>
            <a:endParaRPr lang="en-US" sz="1600" dirty="0"/>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NL" sz="1600" dirty="0"/>
              <a:t>Risk (medium confidence): May spike → 0.52 FTE, floor $20,129/yr; confirm with Q2 tickets</a:t>
            </a:r>
            <a:endParaRPr lang="en-US" sz="1600" dirty="0"/>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NL" sz="1600" dirty="0">
                <a:hlinkClick r:id="rId6"/>
              </a:rPr>
              <a:t>Link</a:t>
            </a:r>
            <a:endParaRPr lang="en-US" sz="1600" dirty="0"/>
          </a:p>
        </p:txBody>
      </p:sp>
      <p:pic>
        <p:nvPicPr>
          <p:cNvPr id="7" name="Q3 chart" descr="value_number_chart.png"/>
          <p:cNvPicPr>
            <a:picLocks noChangeAspect="1"/>
          </p:cNvPicPr>
          <p:nvPr/>
        </p:nvPicPr>
        <p:blipFill>
          <a:blip r:embed="rId7"/>
          <a:stretch>
            <a:fillRect/>
          </a:stretch>
        </p:blipFill>
        <p:spPr>
          <a:xfrm>
            <a:off x="457200" y="1600200"/>
            <a:ext cx="8339327" cy="3667477"/>
          </a:xfrm>
          <a:prstGeom prst="rect">
            <a:avLst/>
          </a:prstGeom>
        </p:spPr>
      </p:pic>
    </p:spTree>
    <p:extLst>
      <p:ext uri="{BB962C8B-B14F-4D97-AF65-F5344CB8AC3E}">
        <p14:creationId xmlns:p14="http://schemas.microsoft.com/office/powerpoint/2010/main" val="1573912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98084-B90F-8141-20CC-0C687924823F}"/>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C64A7395-922B-28C0-005E-59DFBB4E998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6" imgH="416" progId="TCLayout.ActiveDocument.1">
                  <p:embed/>
                </p:oleObj>
              </mc:Choice>
              <mc:Fallback>
                <p:oleObj name="think-cell Slide" r:id="rId4" imgW="416" imgH="416" progId="TCLayout.ActiveDocument.1">
                  <p:embed/>
                  <p:pic>
                    <p:nvPicPr>
                      <p:cNvPr id="4" name="Object 3" hidden="1">
                        <a:extLst>
                          <a:ext uri="{FF2B5EF4-FFF2-40B4-BE49-F238E27FC236}">
                            <a16:creationId xmlns:a16="http://schemas.microsoft.com/office/drawing/2014/main" id="{C64A7395-922B-28C0-005E-59DFBB4E998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3C85945-C4A8-C2B9-7507-6060F631C9BC}"/>
              </a:ext>
            </a:extLst>
          </p:cNvPr>
          <p:cNvSpPr>
            <a:spLocks noGrp="1"/>
          </p:cNvSpPr>
          <p:nvPr>
            <p:ph type="title"/>
          </p:nvPr>
        </p:nvSpPr>
        <p:spPr/>
        <p:txBody>
          <a:bodyPr vert="horz" anchor="ctr"/>
          <a:lstStyle/>
          <a:p>
            <a:r>
              <a:rPr lang="en-NL" sz="2100" b="1" dirty="0">
                <a:solidFill>
                  <a:srgbClr val="002060"/>
                </a:solidFill>
                <a:latin typeface="Metropolis Extra Bold" panose="00000900000000000000" pitchFamily="50" charset="0"/>
              </a:rPr>
              <a:t>Q</a:t>
            </a:r>
            <a:r>
              <a:rPr lang="en-GB" sz="2100" b="1" dirty="0">
                <a:solidFill>
                  <a:srgbClr val="002060"/>
                </a:solidFill>
                <a:latin typeface="Metropolis Extra Bold" panose="00000900000000000000" pitchFamily="50" charset="0"/>
              </a:rPr>
              <a:t>4</a:t>
            </a:r>
            <a:r>
              <a:rPr lang="en-NL" sz="2100" b="1" dirty="0">
                <a:solidFill>
                  <a:srgbClr val="002060"/>
                </a:solidFill>
                <a:latin typeface="Metropolis Extra Bold" panose="00000900000000000000" pitchFamily="50" charset="0"/>
              </a:rPr>
              <a:t> —</a:t>
            </a:r>
            <a:r>
              <a:rPr lang="en-GB" sz="2100" b="1" dirty="0">
                <a:solidFill>
                  <a:srgbClr val="002060"/>
                </a:solidFill>
                <a:latin typeface="Metropolis Extra Bold" panose="00000900000000000000" pitchFamily="50" charset="0"/>
              </a:rPr>
              <a:t>Automation | </a:t>
            </a:r>
            <a:r>
              <a:rPr lang="en-NL" sz="2100" b="1" dirty="0">
                <a:solidFill>
                  <a:srgbClr val="002060"/>
                </a:solidFill>
                <a:latin typeface="Metropolis Extra Bold" panose="00000900000000000000" pitchFamily="50" charset="0"/>
              </a:rPr>
              <a:t>Tax-form chasing workflow </a:t>
            </a:r>
            <a:r>
              <a:rPr lang="en-GB" sz="2100" b="1" dirty="0">
                <a:solidFill>
                  <a:srgbClr val="002060"/>
                </a:solidFill>
                <a:latin typeface="Metropolis Extra Bold" panose="00000900000000000000" pitchFamily="50" charset="0"/>
              </a:rPr>
              <a:t>selected for </a:t>
            </a:r>
            <a:r>
              <a:rPr lang="en-NL" sz="2100" b="1" dirty="0">
                <a:solidFill>
                  <a:srgbClr val="002060"/>
                </a:solidFill>
                <a:latin typeface="Metropolis Extra Bold" panose="00000900000000000000" pitchFamily="50" charset="0"/>
              </a:rPr>
              <a:t>automat</a:t>
            </a:r>
            <a:r>
              <a:rPr lang="en-GB" sz="2100" b="1" dirty="0">
                <a:solidFill>
                  <a:srgbClr val="002060"/>
                </a:solidFill>
                <a:latin typeface="Metropolis Extra Bold" panose="00000900000000000000" pitchFamily="50" charset="0"/>
              </a:rPr>
              <a:t>ion </a:t>
            </a:r>
            <a:r>
              <a:rPr lang="en-NL" sz="2100" b="1" dirty="0">
                <a:solidFill>
                  <a:srgbClr val="002060"/>
                </a:solidFill>
                <a:latin typeface="Metropolis Extra Bold" panose="00000900000000000000" pitchFamily="50" charset="0"/>
              </a:rPr>
              <a:t> </a:t>
            </a:r>
            <a:endParaRPr lang="en-US" sz="2100" b="1" dirty="0">
              <a:solidFill>
                <a:srgbClr val="002060"/>
              </a:solidFill>
              <a:latin typeface="Metropolis Extra Bold" panose="00000900000000000000" pitchFamily="50" charset="0"/>
            </a:endParaRPr>
          </a:p>
        </p:txBody>
      </p:sp>
      <p:sp>
        <p:nvSpPr>
          <p:cNvPr id="6" name="TextBox 5">
            <a:extLst>
              <a:ext uri="{FF2B5EF4-FFF2-40B4-BE49-F238E27FC236}">
                <a16:creationId xmlns:a16="http://schemas.microsoft.com/office/drawing/2014/main" id="{136594B8-CCAD-5F07-F878-5A9A45C0D3CD}"/>
              </a:ext>
            </a:extLst>
          </p:cNvPr>
          <p:cNvSpPr txBox="1"/>
          <p:nvPr/>
        </p:nvSpPr>
        <p:spPr>
          <a:xfrm>
            <a:off x="9331037" y="4472161"/>
            <a:ext cx="2639574" cy="1815882"/>
          </a:xfrm>
          <a:prstGeom prst="rect">
            <a:avLst/>
          </a:prstGeom>
          <a:noFill/>
        </p:spPr>
        <p:txBody>
          <a:bodyPr wrap="square">
            <a:spAutoFit/>
          </a:bodyPr>
          <a:lstStyle/>
          <a:p>
            <a:pPr marL="285750" indent="-285750">
              <a:buFont typeface="Arial" panose="020B0604020202020204" pitchFamily="34" charset="0"/>
              <a:buChar char="•"/>
            </a:pPr>
            <a:r>
              <a:rPr lang="en-GB" sz="1600" dirty="0"/>
              <a:t>−61% time: 25.9 → 10.0 h/</a:t>
            </a:r>
            <a:r>
              <a:rPr lang="en-GB" sz="1600" dirty="0" err="1"/>
              <a:t>qtr</a:t>
            </a:r>
            <a:endParaRPr lang="en-GB" sz="1600" dirty="0"/>
          </a:p>
          <a:p>
            <a:pPr marL="285750" indent="-285750">
              <a:buFont typeface="Arial" panose="020B0604020202020204" pitchFamily="34" charset="0"/>
              <a:buChar char="•"/>
            </a:pPr>
            <a:r>
              <a:rPr lang="en-GB" sz="1600" dirty="0"/>
              <a:t>36 chases → ~7 hand-offs</a:t>
            </a:r>
          </a:p>
          <a:p>
            <a:pPr marL="285750" indent="-285750">
              <a:buFont typeface="Arial" panose="020B0604020202020204" pitchFamily="34" charset="0"/>
              <a:buChar char="•"/>
            </a:pPr>
            <a:r>
              <a:rPr lang="en-GB" sz="1600" dirty="0"/>
              <a:t>Break-even &lt; $1,275/yr</a:t>
            </a:r>
          </a:p>
          <a:p>
            <a:pPr marL="285750" indent="-285750">
              <a:buFont typeface="Arial" panose="020B0604020202020204" pitchFamily="34" charset="0"/>
              <a:buChar char="•"/>
            </a:pPr>
            <a:r>
              <a:rPr lang="en-GB" sz="1600" dirty="0"/>
              <a:t>Runs on real Q1 data, 25 tests pass</a:t>
            </a:r>
          </a:p>
          <a:p>
            <a:pPr marL="285750" indent="-285750">
              <a:buFont typeface="Arial" panose="020B0604020202020204" pitchFamily="34" charset="0"/>
              <a:buChar char="•"/>
            </a:pPr>
            <a:r>
              <a:rPr lang="en-GB" sz="1600" dirty="0">
                <a:hlinkClick r:id="rId6"/>
              </a:rPr>
              <a:t>Link</a:t>
            </a:r>
            <a:endParaRPr lang="en-US" sz="1600" dirty="0"/>
          </a:p>
        </p:txBody>
      </p:sp>
      <p:sp>
        <p:nvSpPr>
          <p:cNvPr id="5" name="TextBox 4">
            <a:extLst>
              <a:ext uri="{FF2B5EF4-FFF2-40B4-BE49-F238E27FC236}">
                <a16:creationId xmlns:a16="http://schemas.microsoft.com/office/drawing/2014/main" id="{16C8A511-7D39-226F-706E-BC35E15CEF4D}"/>
              </a:ext>
            </a:extLst>
          </p:cNvPr>
          <p:cNvSpPr txBox="1"/>
          <p:nvPr/>
        </p:nvSpPr>
        <p:spPr>
          <a:xfrm>
            <a:off x="482285" y="1244216"/>
            <a:ext cx="8256470" cy="274320"/>
          </a:xfrm>
          <a:prstGeom prst="rect">
            <a:avLst/>
          </a:prstGeom>
          <a:noFill/>
        </p:spPr>
        <p:txBody>
          <a:bodyPr wrap="square"/>
          <a:lstStyle/>
          <a:p>
            <a:pPr defTabSz="685800">
              <a:defRPr sz="2400" b="1">
                <a:latin typeface="Century Gothic"/>
              </a:defRPr>
            </a:pPr>
            <a:r>
              <a:rPr lang="en-US" sz="1600" b="1" dirty="0">
                <a:solidFill>
                  <a:srgbClr val="002060"/>
                </a:solidFill>
                <a:latin typeface="Metropolis Extra Bold"/>
              </a:rPr>
              <a:t>Brand-deal revenue reconciliation is most critical for automation; however, it is missing data </a:t>
            </a:r>
          </a:p>
        </p:txBody>
      </p:sp>
      <p:sp>
        <p:nvSpPr>
          <p:cNvPr id="9" name="TextBox 8">
            <a:extLst>
              <a:ext uri="{FF2B5EF4-FFF2-40B4-BE49-F238E27FC236}">
                <a16:creationId xmlns:a16="http://schemas.microsoft.com/office/drawing/2014/main" id="{2AAC7221-846F-0BB3-215B-0C2CAA51ADC4}"/>
              </a:ext>
            </a:extLst>
          </p:cNvPr>
          <p:cNvSpPr txBox="1"/>
          <p:nvPr/>
        </p:nvSpPr>
        <p:spPr>
          <a:xfrm>
            <a:off x="482284" y="3824893"/>
            <a:ext cx="6905651" cy="274320"/>
          </a:xfrm>
          <a:prstGeom prst="rect">
            <a:avLst/>
          </a:prstGeom>
          <a:noFill/>
        </p:spPr>
        <p:txBody>
          <a:bodyPr wrap="square"/>
          <a:lstStyle/>
          <a:p>
            <a:pPr defTabSz="685800">
              <a:defRPr sz="2400" b="1">
                <a:latin typeface="Century Gothic"/>
              </a:defRPr>
            </a:pPr>
            <a:r>
              <a:rPr lang="en-US" sz="1600" b="1" dirty="0">
                <a:solidFill>
                  <a:srgbClr val="002060"/>
                </a:solidFill>
                <a:latin typeface="Metropolis Extra Bold"/>
              </a:rPr>
              <a:t>Tax-form chasing workflow (W-9/W-8) automated</a:t>
            </a:r>
          </a:p>
        </p:txBody>
      </p:sp>
      <p:pic>
        <p:nvPicPr>
          <p:cNvPr id="11" name="Picture 10">
            <a:extLst>
              <a:ext uri="{FF2B5EF4-FFF2-40B4-BE49-F238E27FC236}">
                <a16:creationId xmlns:a16="http://schemas.microsoft.com/office/drawing/2014/main" id="{AF7B47C1-F68C-8F53-26DD-CB14F84CEDB0}"/>
              </a:ext>
            </a:extLst>
          </p:cNvPr>
          <p:cNvPicPr>
            <a:picLocks noChangeAspect="1"/>
          </p:cNvPicPr>
          <p:nvPr/>
        </p:nvPicPr>
        <p:blipFill>
          <a:blip r:embed="rId7"/>
          <a:stretch>
            <a:fillRect/>
          </a:stretch>
        </p:blipFill>
        <p:spPr>
          <a:xfrm>
            <a:off x="868048" y="1618425"/>
            <a:ext cx="4733534" cy="2206468"/>
          </a:xfrm>
          <a:prstGeom prst="rect">
            <a:avLst/>
          </a:prstGeom>
        </p:spPr>
      </p:pic>
      <p:sp>
        <p:nvSpPr>
          <p:cNvPr id="13" name="Rectangle 12">
            <a:extLst>
              <a:ext uri="{FF2B5EF4-FFF2-40B4-BE49-F238E27FC236}">
                <a16:creationId xmlns:a16="http://schemas.microsoft.com/office/drawing/2014/main" id="{CB26392E-F294-46C5-BF8F-11BF27B75072}"/>
              </a:ext>
            </a:extLst>
          </p:cNvPr>
          <p:cNvSpPr/>
          <p:nvPr/>
        </p:nvSpPr>
        <p:spPr>
          <a:xfrm>
            <a:off x="609600" y="1934679"/>
            <a:ext cx="11361011" cy="630936"/>
          </a:xfrm>
          <a:prstGeom prst="rect">
            <a:avLst/>
          </a:prstGeom>
          <a:noFill/>
          <a:ln>
            <a:solidFill>
              <a:srgbClr val="C0000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4" name="TextBox 13">
            <a:extLst>
              <a:ext uri="{FF2B5EF4-FFF2-40B4-BE49-F238E27FC236}">
                <a16:creationId xmlns:a16="http://schemas.microsoft.com/office/drawing/2014/main" id="{5A396E2C-9258-5064-9576-7CF834001632}"/>
              </a:ext>
            </a:extLst>
          </p:cNvPr>
          <p:cNvSpPr txBox="1"/>
          <p:nvPr/>
        </p:nvSpPr>
        <p:spPr>
          <a:xfrm>
            <a:off x="9471314" y="1957760"/>
            <a:ext cx="2639574" cy="584775"/>
          </a:xfrm>
          <a:prstGeom prst="rect">
            <a:avLst/>
          </a:prstGeom>
          <a:noFill/>
        </p:spPr>
        <p:txBody>
          <a:bodyPr wrap="square">
            <a:spAutoFit/>
          </a:bodyPr>
          <a:lstStyle/>
          <a:p>
            <a:pPr marL="285750" indent="-285750">
              <a:buFont typeface="Arial" panose="020B0604020202020204" pitchFamily="34" charset="0"/>
              <a:buChar char="•"/>
            </a:pPr>
            <a:r>
              <a:rPr lang="en-GB" sz="1600" dirty="0"/>
              <a:t>source files missing; scoped for later </a:t>
            </a:r>
          </a:p>
        </p:txBody>
      </p:sp>
      <p:pic>
        <p:nvPicPr>
          <p:cNvPr id="16" name="Picture 15">
            <a:extLst>
              <a:ext uri="{FF2B5EF4-FFF2-40B4-BE49-F238E27FC236}">
                <a16:creationId xmlns:a16="http://schemas.microsoft.com/office/drawing/2014/main" id="{A95C961E-53B3-3A4F-8CC3-96730FC2616A}"/>
              </a:ext>
            </a:extLst>
          </p:cNvPr>
          <p:cNvPicPr>
            <a:picLocks noChangeAspect="1"/>
          </p:cNvPicPr>
          <p:nvPr/>
        </p:nvPicPr>
        <p:blipFill>
          <a:blip r:embed="rId8"/>
          <a:stretch>
            <a:fillRect/>
          </a:stretch>
        </p:blipFill>
        <p:spPr>
          <a:xfrm>
            <a:off x="609600" y="4256622"/>
            <a:ext cx="8534400" cy="2121267"/>
          </a:xfrm>
          <a:prstGeom prst="rect">
            <a:avLst/>
          </a:prstGeom>
        </p:spPr>
      </p:pic>
    </p:spTree>
    <p:extLst>
      <p:ext uri="{BB962C8B-B14F-4D97-AF65-F5344CB8AC3E}">
        <p14:creationId xmlns:p14="http://schemas.microsoft.com/office/powerpoint/2010/main" val="42486978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7EE61-896B-A572-25A8-89F26F456773}"/>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6E0264DE-A60A-E5CF-4FFF-9DE182C50AA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6" imgH="416" progId="TCLayout.ActiveDocument.1">
                  <p:embed/>
                </p:oleObj>
              </mc:Choice>
              <mc:Fallback>
                <p:oleObj name="think-cell Slide" r:id="rId4" imgW="416" imgH="416" progId="TCLayout.ActiveDocument.1">
                  <p:embed/>
                  <p:pic>
                    <p:nvPicPr>
                      <p:cNvPr id="4" name="Object 3" hidden="1">
                        <a:extLst>
                          <a:ext uri="{FF2B5EF4-FFF2-40B4-BE49-F238E27FC236}">
                            <a16:creationId xmlns:a16="http://schemas.microsoft.com/office/drawing/2014/main" id="{6E0264DE-A60A-E5CF-4FFF-9DE182C50AA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2004FBB-9931-300D-7ABF-0C436B4F3F7D}"/>
              </a:ext>
            </a:extLst>
          </p:cNvPr>
          <p:cNvSpPr>
            <a:spLocks noGrp="1"/>
          </p:cNvSpPr>
          <p:nvPr>
            <p:ph type="title"/>
          </p:nvPr>
        </p:nvSpPr>
        <p:spPr/>
        <p:txBody>
          <a:bodyPr vert="horz" anchor="ctr"/>
          <a:lstStyle/>
          <a:p>
            <a:r>
              <a:rPr lang="en-US" sz="2100" b="1" dirty="0">
                <a:solidFill>
                  <a:srgbClr val="002060"/>
                </a:solidFill>
                <a:latin typeface="Metropolis Extra Bold" panose="00000900000000000000" pitchFamily="50" charset="0"/>
              </a:rPr>
              <a:t>Sources</a:t>
            </a:r>
          </a:p>
        </p:txBody>
      </p:sp>
      <p:sp>
        <p:nvSpPr>
          <p:cNvPr id="5" name="TextBox 4">
            <a:extLst>
              <a:ext uri="{FF2B5EF4-FFF2-40B4-BE49-F238E27FC236}">
                <a16:creationId xmlns:a16="http://schemas.microsoft.com/office/drawing/2014/main" id="{7BB36F5D-79B6-D9C3-9A0D-AC7498E81D82}"/>
              </a:ext>
            </a:extLst>
          </p:cNvPr>
          <p:cNvSpPr txBox="1"/>
          <p:nvPr/>
        </p:nvSpPr>
        <p:spPr>
          <a:xfrm>
            <a:off x="2380681" y="2169980"/>
            <a:ext cx="6846445" cy="274320"/>
          </a:xfrm>
          <a:prstGeom prst="rect">
            <a:avLst/>
          </a:prstGeom>
          <a:noFill/>
        </p:spPr>
        <p:txBody>
          <a:bodyPr wrap="square"/>
          <a:lstStyle/>
          <a:p>
            <a:pPr defTabSz="685800">
              <a:defRPr sz="2400" b="1">
                <a:latin typeface="Century Gothic"/>
              </a:defRPr>
            </a:pPr>
            <a:r>
              <a:rPr lang="en-US" sz="1600" b="1" dirty="0">
                <a:solidFill>
                  <a:srgbClr val="002060"/>
                </a:solidFill>
                <a:latin typeface="Metropolis Extra Bold"/>
              </a:rPr>
              <a:t>GitHub -&gt; </a:t>
            </a:r>
            <a:r>
              <a:rPr lang="en-US" sz="1600" b="1" dirty="0">
                <a:solidFill>
                  <a:srgbClr val="002060"/>
                </a:solidFill>
                <a:latin typeface="Metropolis Extra Bold"/>
                <a:hlinkClick r:id="rId6"/>
              </a:rPr>
              <a:t>link</a:t>
            </a:r>
            <a:endParaRPr lang="en-US" sz="1600" b="1" dirty="0">
              <a:solidFill>
                <a:srgbClr val="002060"/>
              </a:solidFill>
              <a:latin typeface="Metropolis Extra Bold"/>
            </a:endParaRPr>
          </a:p>
        </p:txBody>
      </p:sp>
      <p:pic>
        <p:nvPicPr>
          <p:cNvPr id="36" name="Graphic 35" descr="Saw blade outline">
            <a:extLst>
              <a:ext uri="{FF2B5EF4-FFF2-40B4-BE49-F238E27FC236}">
                <a16:creationId xmlns:a16="http://schemas.microsoft.com/office/drawing/2014/main" id="{755D54FB-9044-EC24-FEFE-84DAF3BDE4B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733506" y="2122859"/>
            <a:ext cx="503642" cy="503642"/>
          </a:xfrm>
          <a:prstGeom prst="rect">
            <a:avLst/>
          </a:prstGeom>
        </p:spPr>
      </p:pic>
      <p:sp>
        <p:nvSpPr>
          <p:cNvPr id="6" name="TextBox 5">
            <a:extLst>
              <a:ext uri="{FF2B5EF4-FFF2-40B4-BE49-F238E27FC236}">
                <a16:creationId xmlns:a16="http://schemas.microsoft.com/office/drawing/2014/main" id="{C61A7D98-3F79-E1F8-4FDD-14E801C45036}"/>
              </a:ext>
            </a:extLst>
          </p:cNvPr>
          <p:cNvSpPr txBox="1"/>
          <p:nvPr/>
        </p:nvSpPr>
        <p:spPr>
          <a:xfrm>
            <a:off x="2380681" y="3110357"/>
            <a:ext cx="9318259" cy="274320"/>
          </a:xfrm>
          <a:prstGeom prst="rect">
            <a:avLst/>
          </a:prstGeom>
          <a:noFill/>
        </p:spPr>
        <p:txBody>
          <a:bodyPr wrap="square"/>
          <a:lstStyle/>
          <a:p>
            <a:pPr defTabSz="685800">
              <a:defRPr sz="2400" b="1">
                <a:latin typeface="Century Gothic"/>
              </a:defRPr>
            </a:pPr>
            <a:r>
              <a:rPr lang="en-US" sz="1600" b="1" dirty="0">
                <a:solidFill>
                  <a:srgbClr val="002060"/>
                </a:solidFill>
                <a:latin typeface="Metropolis Extra Bold"/>
              </a:rPr>
              <a:t>Claude session -&gt; </a:t>
            </a:r>
            <a:r>
              <a:rPr lang="en-US" sz="1600" b="1" dirty="0">
                <a:solidFill>
                  <a:srgbClr val="002060"/>
                </a:solidFill>
                <a:latin typeface="Metropolis Extra Bold"/>
                <a:hlinkClick r:id="rId8"/>
              </a:rPr>
              <a:t>link</a:t>
            </a:r>
            <a:endParaRPr lang="en-US" sz="1600" b="1" dirty="0">
              <a:solidFill>
                <a:srgbClr val="002060"/>
              </a:solidFill>
              <a:latin typeface="Metropolis Extra Bold"/>
            </a:endParaRPr>
          </a:p>
        </p:txBody>
      </p:sp>
      <p:pic>
        <p:nvPicPr>
          <p:cNvPr id="14" name="Graphic 13" descr="Saw blade outline">
            <a:extLst>
              <a:ext uri="{FF2B5EF4-FFF2-40B4-BE49-F238E27FC236}">
                <a16:creationId xmlns:a16="http://schemas.microsoft.com/office/drawing/2014/main" id="{84EFA4E3-A12E-0A1B-8BD6-0F8062F9046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733506" y="3058042"/>
            <a:ext cx="503642" cy="503642"/>
          </a:xfrm>
          <a:prstGeom prst="rect">
            <a:avLst/>
          </a:prstGeom>
        </p:spPr>
      </p:pic>
    </p:spTree>
    <p:extLst>
      <p:ext uri="{BB962C8B-B14F-4D97-AF65-F5344CB8AC3E}">
        <p14:creationId xmlns:p14="http://schemas.microsoft.com/office/powerpoint/2010/main" val="62880121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8224&quot;&gt;&lt;version val=&quot;35014&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0&quot;/&gt;&lt;/m_mruColor&gt;&lt;m_eweekdayFirstOfWeek val=&quot;1&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Financial Services_Yellow Blue Color">
  <a:themeElements>
    <a:clrScheme name="MIS Palette">
      <a:dk1>
        <a:srgbClr val="000000"/>
      </a:dk1>
      <a:lt1>
        <a:srgbClr val="FFFFFF"/>
      </a:lt1>
      <a:dk2>
        <a:srgbClr val="008575"/>
      </a:dk2>
      <a:lt2>
        <a:srgbClr val="FEF000"/>
      </a:lt2>
      <a:accent1>
        <a:srgbClr val="FF9349"/>
      </a:accent1>
      <a:accent2>
        <a:srgbClr val="D83B01"/>
      </a:accent2>
      <a:accent3>
        <a:srgbClr val="107C10"/>
      </a:accent3>
      <a:accent4>
        <a:srgbClr val="008575"/>
      </a:accent4>
      <a:accent5>
        <a:srgbClr val="0078D4"/>
      </a:accent5>
      <a:accent6>
        <a:srgbClr val="8661C5"/>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5"/>
        </a:solidFill>
        <a:ln>
          <a:noFill/>
          <a:headEnd type="none" w="med" len="med"/>
          <a:tailEnd type="none" w="med" len="med"/>
        </a:ln>
        <a:effectLst/>
      </a:spPr>
      <a:bodyPr rot="0" spcFirstLastPara="0" vertOverflow="overflow" horzOverflow="overflow" vert="horz" wrap="square" lIns="182880" tIns="91440" rIns="182880" bIns="91440"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w="25400" cap="sq">
          <a:gradFill>
            <a:gsLst>
              <a:gs pos="60000">
                <a:srgbClr val="61C5BE"/>
              </a:gs>
              <a:gs pos="29000">
                <a:srgbClr val="FFF200"/>
              </a:gs>
              <a:gs pos="100000">
                <a:schemeClr val="accent5"/>
              </a:gs>
            </a:gsLst>
            <a:lin ang="0" scaled="0"/>
          </a:gradFill>
          <a:miter lim="800000"/>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Financial Services_Yellow Blue.pptx" id="{536AF6E7-C1AB-4C70-AD71-DC47BB980DC7}" vid="{C90D5E5D-4C10-4F07-ADF4-8F993C8301A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87ba5c36-b7cf-4793-bbc2-bd5b3a9f95ca}"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1497</TotalTime>
  <Words>304</Words>
  <Application>Microsoft Office PowerPoint</Application>
  <PresentationFormat>Widescreen</PresentationFormat>
  <Paragraphs>50</Paragraphs>
  <Slides>6</Slides>
  <Notes>6</Notes>
  <HiddenSlides>0</HiddenSlides>
  <MMClips>0</MMClips>
  <ScaleCrop>false</ScaleCrop>
  <HeadingPairs>
    <vt:vector size="8" baseType="variant">
      <vt:variant>
        <vt:lpstr>Fonts Used</vt:lpstr>
      </vt:variant>
      <vt:variant>
        <vt:i4>11</vt:i4>
      </vt:variant>
      <vt:variant>
        <vt:lpstr>Theme</vt:lpstr>
      </vt:variant>
      <vt:variant>
        <vt:i4>2</vt:i4>
      </vt:variant>
      <vt:variant>
        <vt:lpstr>Embedded OLE Servers</vt:lpstr>
      </vt:variant>
      <vt:variant>
        <vt:i4>2</vt:i4>
      </vt:variant>
      <vt:variant>
        <vt:lpstr>Slide Titles</vt:lpstr>
      </vt:variant>
      <vt:variant>
        <vt:i4>6</vt:i4>
      </vt:variant>
    </vt:vector>
  </HeadingPairs>
  <TitlesOfParts>
    <vt:vector size="21" baseType="lpstr">
      <vt:lpstr>Arial</vt:lpstr>
      <vt:lpstr>benton-sans</vt:lpstr>
      <vt:lpstr>Calibri</vt:lpstr>
      <vt:lpstr>Calibri Light</vt:lpstr>
      <vt:lpstr>Consolas</vt:lpstr>
      <vt:lpstr>Metropolis Extra Bold</vt:lpstr>
      <vt:lpstr>Segoe Pro</vt:lpstr>
      <vt:lpstr>Segoe UI</vt:lpstr>
      <vt:lpstr>Segoe UI Semibold</vt:lpstr>
      <vt:lpstr>SegoePro-Semibold</vt:lpstr>
      <vt:lpstr>Wingdings</vt:lpstr>
      <vt:lpstr>Office Theme</vt:lpstr>
      <vt:lpstr>Financial Services_Yellow Blue Color</vt:lpstr>
      <vt:lpstr>think-cell Slide</vt:lpstr>
      <vt:lpstr>Worksheet</vt:lpstr>
      <vt:lpstr>Discussion materials</vt:lpstr>
      <vt:lpstr>Q1 — SaaS spend | $81,000 booked; likely $73,500 (Amplitude duplicate unconfirmed)</vt:lpstr>
      <vt:lpstr>Q2 — Sales hiring frozen since June 10, decision owner Dana, CEO</vt:lpstr>
      <vt:lpstr>Q3 — Value number | $41,600/yr: support hire not needed</vt:lpstr>
      <vt:lpstr>Q4 —Automation | Tax-form chasing workflow selected for automation  </vt:lpstr>
      <vt:lpstr>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Olga Bilyachenko</dc:creator>
  <cp:lastModifiedBy>Olga Bilyachenko</cp:lastModifiedBy>
  <cp:revision>30</cp:revision>
  <dcterms:created xsi:type="dcterms:W3CDTF">2023-04-19T08:42:59Z</dcterms:created>
  <dcterms:modified xsi:type="dcterms:W3CDTF">2026-10-28T21:05:55Z</dcterms:modified>
</cp:coreProperties>
</file>